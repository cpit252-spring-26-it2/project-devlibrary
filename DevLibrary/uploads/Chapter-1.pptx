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omments/modernComment_141_0.xml" ContentType="application/vnd.ms-powerpoint.comments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1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comments/modernComment_166_3D2384F3.xml" ContentType="application/vnd.ms-powerpoint.comments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comments/modernComment_16C_B727432.xml" ContentType="application/vnd.ms-powerpoint.comments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notesSlides/notesSlide2.xml" ContentType="application/vnd.openxmlformats-officedocument.presentationml.notesSlide+xml"/>
  <Override PartName="/ppt/comments/modernComment_152_2FC27F27.xml" ContentType="application/vnd.ms-powerpoint.comments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notesSlides/notesSlide3.xml" ContentType="application/vnd.openxmlformats-officedocument.presentationml.notesSlide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notesSlides/notesSlide4.xml" ContentType="application/vnd.openxmlformats-officedocument.presentationml.notesSlide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notesSlides/notesSlide5.xml" ContentType="application/vnd.openxmlformats-officedocument.presentationml.notesSlide+xml"/>
  <Override PartName="/ppt/comments/modernComment_16E_A8F912F4.xml" ContentType="application/vnd.ms-powerpoint.comments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notesSlides/notesSlide6.xml" ContentType="application/vnd.openxmlformats-officedocument.presentationml.notesSlide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notesSlides/notesSlide7.xml" ContentType="application/vnd.openxmlformats-officedocument.presentationml.notesSlide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notesSlides/notesSlide8.xml" ContentType="application/vnd.openxmlformats-officedocument.presentationml.notesSlide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notesSlides/notesSlide9.xml" ContentType="application/vnd.openxmlformats-officedocument.presentationml.notesSlide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notesSlides/notesSlide10.xml" ContentType="application/vnd.openxmlformats-officedocument.presentationml.notesSlide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notesSlides/notesSlide11.xml" ContentType="application/vnd.openxmlformats-officedocument.presentationml.notesSlide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comments/modernComment_189_77D946D7.xml" ContentType="application/vnd.ms-powerpoint.comments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notesSlides/notesSlide12.xml" ContentType="application/vnd.openxmlformats-officedocument.presentationml.notesSlide+xml"/>
  <Override PartName="/ppt/ink/ink473.xml" ContentType="application/inkml+xml"/>
  <Override PartName="/ppt/ink/ink474.xml" ContentType="application/inkml+xml"/>
  <Override PartName="/ppt/notesSlides/notesSlide13.xml" ContentType="application/vnd.openxmlformats-officedocument.presentationml.notesSlide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4"/>
  </p:sldMasterIdLst>
  <p:notesMasterIdLst>
    <p:notesMasterId r:id="rId44"/>
  </p:notesMasterIdLst>
  <p:sldIdLst>
    <p:sldId id="256" r:id="rId5"/>
    <p:sldId id="314" r:id="rId6"/>
    <p:sldId id="321" r:id="rId7"/>
    <p:sldId id="348" r:id="rId8"/>
    <p:sldId id="320" r:id="rId9"/>
    <p:sldId id="323" r:id="rId10"/>
    <p:sldId id="324" r:id="rId11"/>
    <p:sldId id="257" r:id="rId12"/>
    <p:sldId id="327" r:id="rId13"/>
    <p:sldId id="358" r:id="rId14"/>
    <p:sldId id="364" r:id="rId15"/>
    <p:sldId id="357" r:id="rId16"/>
    <p:sldId id="337" r:id="rId17"/>
    <p:sldId id="346" r:id="rId18"/>
    <p:sldId id="338" r:id="rId19"/>
    <p:sldId id="339" r:id="rId20"/>
    <p:sldId id="359" r:id="rId21"/>
    <p:sldId id="367" r:id="rId22"/>
    <p:sldId id="361" r:id="rId23"/>
    <p:sldId id="362" r:id="rId24"/>
    <p:sldId id="363" r:id="rId25"/>
    <p:sldId id="365" r:id="rId26"/>
    <p:sldId id="368" r:id="rId27"/>
    <p:sldId id="366" r:id="rId28"/>
    <p:sldId id="369" r:id="rId29"/>
    <p:sldId id="370" r:id="rId30"/>
    <p:sldId id="371" r:id="rId31"/>
    <p:sldId id="392" r:id="rId32"/>
    <p:sldId id="377" r:id="rId33"/>
    <p:sldId id="391" r:id="rId34"/>
    <p:sldId id="378" r:id="rId35"/>
    <p:sldId id="379" r:id="rId36"/>
    <p:sldId id="393" r:id="rId37"/>
    <p:sldId id="380" r:id="rId38"/>
    <p:sldId id="381" r:id="rId39"/>
    <p:sldId id="382" r:id="rId40"/>
    <p:sldId id="383" r:id="rId41"/>
    <p:sldId id="384" r:id="rId42"/>
    <p:sldId id="347" r:id="rId4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CA4807B-E1E4-A0B3-FC2C-4DE6F3B567C8}" name="hossam alzahrani" initials="ha" userId="fdac2997cc5b0bf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0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56" autoAdjust="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ssam alzahrani" userId="fdac2997cc5b0bfe" providerId="LiveId" clId="{F2625555-E783-4D8B-BD21-7442D78D4EED}"/>
    <pc:docChg chg="undo redo custSel modSld">
      <pc:chgData name="hossam alzahrani" userId="fdac2997cc5b0bfe" providerId="LiveId" clId="{F2625555-E783-4D8B-BD21-7442D78D4EED}" dt="2026-04-01T04:19:08.261" v="1152" actId="478"/>
      <pc:docMkLst>
        <pc:docMk/>
      </pc:docMkLst>
      <pc:sldChg chg="addSp delSp modSp mod">
        <pc:chgData name="hossam alzahrani" userId="fdac2997cc5b0bfe" providerId="LiveId" clId="{F2625555-E783-4D8B-BD21-7442D78D4EED}" dt="2026-03-27T17:42:07.186" v="141"/>
        <pc:sldMkLst>
          <pc:docMk/>
          <pc:sldMk cId="0" sldId="257"/>
        </pc:sldMkLst>
        <pc:inkChg chg="add mod">
          <ac:chgData name="hossam alzahrani" userId="fdac2997cc5b0bfe" providerId="LiveId" clId="{F2625555-E783-4D8B-BD21-7442D78D4EED}" dt="2026-03-27T17:41:54.999" v="132"/>
          <ac:inkMkLst>
            <pc:docMk/>
            <pc:sldMk cId="0" sldId="257"/>
            <ac:inkMk id="3" creationId="{06CEA130-31B0-8EC8-8F91-9AF5DF4B3002}"/>
          </ac:inkMkLst>
        </pc:inkChg>
        <pc:inkChg chg="add">
          <ac:chgData name="hossam alzahrani" userId="fdac2997cc5b0bfe" providerId="LiveId" clId="{F2625555-E783-4D8B-BD21-7442D78D4EED}" dt="2026-03-27T17:41:57.285" v="133" actId="9405"/>
          <ac:inkMkLst>
            <pc:docMk/>
            <pc:sldMk cId="0" sldId="257"/>
            <ac:inkMk id="4" creationId="{6A86433C-C81A-D761-5637-F54027C8E5A5}"/>
          </ac:inkMkLst>
        </pc:inkChg>
        <pc:inkChg chg="add mod">
          <ac:chgData name="hossam alzahrani" userId="fdac2997cc5b0bfe" providerId="LiveId" clId="{F2625555-E783-4D8B-BD21-7442D78D4EED}" dt="2026-03-27T17:42:00.989" v="136"/>
          <ac:inkMkLst>
            <pc:docMk/>
            <pc:sldMk cId="0" sldId="257"/>
            <ac:inkMk id="6" creationId="{E0E8E774-2304-EC38-EC9B-079B0CF25878}"/>
          </ac:inkMkLst>
        </pc:inkChg>
        <pc:inkChg chg="add">
          <ac:chgData name="hossam alzahrani" userId="fdac2997cc5b0bfe" providerId="LiveId" clId="{F2625555-E783-4D8B-BD21-7442D78D4EED}" dt="2026-03-27T17:42:02.909" v="137" actId="9405"/>
          <ac:inkMkLst>
            <pc:docMk/>
            <pc:sldMk cId="0" sldId="257"/>
            <ac:inkMk id="7" creationId="{91FBB270-7383-DBA5-DF1F-7E524CBE133C}"/>
          </ac:inkMkLst>
        </pc:inkChg>
        <pc:inkChg chg="add">
          <ac:chgData name="hossam alzahrani" userId="fdac2997cc5b0bfe" providerId="LiveId" clId="{F2625555-E783-4D8B-BD21-7442D78D4EED}" dt="2026-03-27T17:42:04.592" v="138" actId="9405"/>
          <ac:inkMkLst>
            <pc:docMk/>
            <pc:sldMk cId="0" sldId="257"/>
            <ac:inkMk id="8" creationId="{79D5D934-767F-774B-0A72-B577B6C63FED}"/>
          </ac:inkMkLst>
        </pc:inkChg>
        <pc:inkChg chg="add mod">
          <ac:chgData name="hossam alzahrani" userId="fdac2997cc5b0bfe" providerId="LiveId" clId="{F2625555-E783-4D8B-BD21-7442D78D4EED}" dt="2026-03-27T17:42:07.186" v="141"/>
          <ac:inkMkLst>
            <pc:docMk/>
            <pc:sldMk cId="0" sldId="257"/>
            <ac:inkMk id="10" creationId="{F40B8882-8F7B-A028-CC6F-9BF347A2125A}"/>
          </ac:inkMkLst>
        </pc:inkChg>
      </pc:sldChg>
      <pc:sldChg chg="addSp delSp modSp mod">
        <pc:chgData name="hossam alzahrani" userId="fdac2997cc5b0bfe" providerId="LiveId" clId="{F2625555-E783-4D8B-BD21-7442D78D4EED}" dt="2026-04-01T04:19:08.261" v="1152" actId="478"/>
        <pc:sldMkLst>
          <pc:docMk/>
          <pc:sldMk cId="0" sldId="314"/>
        </pc:sldMkLst>
        <pc:spChg chg="add del mod">
          <ac:chgData name="hossam alzahrani" userId="fdac2997cc5b0bfe" providerId="LiveId" clId="{F2625555-E783-4D8B-BD21-7442D78D4EED}" dt="2026-04-01T04:19:05.476" v="1149" actId="21"/>
          <ac:spMkLst>
            <pc:docMk/>
            <pc:sldMk cId="0" sldId="314"/>
            <ac:spMk id="3" creationId="{00000000-0000-0000-0000-000000000000}"/>
          </ac:spMkLst>
        </pc:spChg>
        <pc:spChg chg="add del mod">
          <ac:chgData name="hossam alzahrani" userId="fdac2997cc5b0bfe" providerId="LiveId" clId="{F2625555-E783-4D8B-BD21-7442D78D4EED}" dt="2026-04-01T04:18:50.863" v="1143" actId="478"/>
          <ac:spMkLst>
            <pc:docMk/>
            <pc:sldMk cId="0" sldId="314"/>
            <ac:spMk id="6" creationId="{CCBF0C33-0624-3EC7-A8B4-4D42E8E5D47C}"/>
          </ac:spMkLst>
        </pc:spChg>
        <pc:inkChg chg="add del mod">
          <ac:chgData name="hossam alzahrani" userId="fdac2997cc5b0bfe" providerId="LiveId" clId="{F2625555-E783-4D8B-BD21-7442D78D4EED}" dt="2026-04-01T04:18:55.661" v="1147" actId="14100"/>
          <ac:inkMkLst>
            <pc:docMk/>
            <pc:sldMk cId="0" sldId="314"/>
            <ac:inkMk id="5" creationId="{CC375B88-6DD3-2FE1-64D5-A4D7913886B6}"/>
          </ac:inkMkLst>
        </pc:inkChg>
        <pc:inkChg chg="add">
          <ac:chgData name="hossam alzahrani" userId="fdac2997cc5b0bfe" providerId="LiveId" clId="{F2625555-E783-4D8B-BD21-7442D78D4EED}" dt="2026-03-27T16:47:30.858" v="21" actId="9405"/>
          <ac:inkMkLst>
            <pc:docMk/>
            <pc:sldMk cId="0" sldId="314"/>
            <ac:inkMk id="20" creationId="{905A7171-95C4-EB7E-8241-3A2B22E706C4}"/>
          </ac:inkMkLst>
        </pc:inkChg>
        <pc:inkChg chg="add">
          <ac:chgData name="hossam alzahrani" userId="fdac2997cc5b0bfe" providerId="LiveId" clId="{F2625555-E783-4D8B-BD21-7442D78D4EED}" dt="2026-03-27T17:15:20.937" v="31" actId="9405"/>
          <ac:inkMkLst>
            <pc:docMk/>
            <pc:sldMk cId="0" sldId="314"/>
            <ac:inkMk id="21" creationId="{1A29AC4C-9C0D-129A-830D-94AA412D2BE9}"/>
          </ac:inkMkLst>
        </pc:inkChg>
        <pc:inkChg chg="add del mod">
          <ac:chgData name="hossam alzahrani" userId="fdac2997cc5b0bfe" providerId="LiveId" clId="{F2625555-E783-4D8B-BD21-7442D78D4EED}" dt="2026-04-01T04:19:08.002" v="1151" actId="478"/>
          <ac:inkMkLst>
            <pc:docMk/>
            <pc:sldMk cId="0" sldId="314"/>
            <ac:inkMk id="23" creationId="{9F24B292-B659-070F-0CCE-3291AFF2FFDF}"/>
          </ac:inkMkLst>
        </pc:inkChg>
        <pc:inkChg chg="add del mod">
          <ac:chgData name="hossam alzahrani" userId="fdac2997cc5b0bfe" providerId="LiveId" clId="{F2625555-E783-4D8B-BD21-7442D78D4EED}" dt="2026-04-01T04:19:07.759" v="1150" actId="478"/>
          <ac:inkMkLst>
            <pc:docMk/>
            <pc:sldMk cId="0" sldId="314"/>
            <ac:inkMk id="25" creationId="{1C443A5D-E534-7921-7F9B-326D365524FF}"/>
          </ac:inkMkLst>
        </pc:inkChg>
        <pc:inkChg chg="add del mod">
          <ac:chgData name="hossam alzahrani" userId="fdac2997cc5b0bfe" providerId="LiveId" clId="{F2625555-E783-4D8B-BD21-7442D78D4EED}" dt="2026-04-01T04:19:08.261" v="1152" actId="478"/>
          <ac:inkMkLst>
            <pc:docMk/>
            <pc:sldMk cId="0" sldId="314"/>
            <ac:inkMk id="27" creationId="{AEE0F2EC-2E18-F187-5A72-910A12CDC368}"/>
          </ac:inkMkLst>
        </pc:inkChg>
      </pc:sldChg>
      <pc:sldChg chg="addSp delSp modSp mod">
        <pc:chgData name="hossam alzahrani" userId="fdac2997cc5b0bfe" providerId="LiveId" clId="{F2625555-E783-4D8B-BD21-7442D78D4EED}" dt="2026-03-27T17:34:57.062" v="97" actId="9405"/>
        <pc:sldMkLst>
          <pc:docMk/>
          <pc:sldMk cId="0" sldId="320"/>
        </pc:sldMkLst>
        <pc:inkChg chg="add mod">
          <ac:chgData name="hossam alzahrani" userId="fdac2997cc5b0bfe" providerId="LiveId" clId="{F2625555-E783-4D8B-BD21-7442D78D4EED}" dt="2026-03-27T17:34:43.098" v="87"/>
          <ac:inkMkLst>
            <pc:docMk/>
            <pc:sldMk cId="0" sldId="320"/>
            <ac:inkMk id="4" creationId="{8B0DA098-336D-4885-9382-D4BB7126ED7A}"/>
          </ac:inkMkLst>
        </pc:inkChg>
        <pc:inkChg chg="add mod">
          <ac:chgData name="hossam alzahrani" userId="fdac2997cc5b0bfe" providerId="LiveId" clId="{F2625555-E783-4D8B-BD21-7442D78D4EED}" dt="2026-03-27T17:34:45.347" v="90"/>
          <ac:inkMkLst>
            <pc:docMk/>
            <pc:sldMk cId="0" sldId="320"/>
            <ac:inkMk id="7" creationId="{4016AA44-6C4E-FD64-EE29-92B237809B23}"/>
          </ac:inkMkLst>
        </pc:inkChg>
        <pc:inkChg chg="add">
          <ac:chgData name="hossam alzahrani" userId="fdac2997cc5b0bfe" providerId="LiveId" clId="{F2625555-E783-4D8B-BD21-7442D78D4EED}" dt="2026-03-27T17:34:48.157" v="91" actId="9405"/>
          <ac:inkMkLst>
            <pc:docMk/>
            <pc:sldMk cId="0" sldId="320"/>
            <ac:inkMk id="8" creationId="{CA443AB5-61F4-5D57-3A2A-AE5B157324C3}"/>
          </ac:inkMkLst>
        </pc:inkChg>
        <pc:inkChg chg="add">
          <ac:chgData name="hossam alzahrani" userId="fdac2997cc5b0bfe" providerId="LiveId" clId="{F2625555-E783-4D8B-BD21-7442D78D4EED}" dt="2026-03-27T17:34:50.061" v="92" actId="9405"/>
          <ac:inkMkLst>
            <pc:docMk/>
            <pc:sldMk cId="0" sldId="320"/>
            <ac:inkMk id="9" creationId="{DAB11C58-8375-0241-AB19-292B4B26E29D}"/>
          </ac:inkMkLst>
        </pc:inkChg>
        <pc:inkChg chg="add">
          <ac:chgData name="hossam alzahrani" userId="fdac2997cc5b0bfe" providerId="LiveId" clId="{F2625555-E783-4D8B-BD21-7442D78D4EED}" dt="2026-03-27T17:34:53.012" v="93" actId="9405"/>
          <ac:inkMkLst>
            <pc:docMk/>
            <pc:sldMk cId="0" sldId="320"/>
            <ac:inkMk id="10" creationId="{5FC14357-BBB6-4009-60F8-58D5EA6E886E}"/>
          </ac:inkMkLst>
        </pc:inkChg>
        <pc:inkChg chg="add">
          <ac:chgData name="hossam alzahrani" userId="fdac2997cc5b0bfe" providerId="LiveId" clId="{F2625555-E783-4D8B-BD21-7442D78D4EED}" dt="2026-03-27T17:34:53.755" v="94" actId="9405"/>
          <ac:inkMkLst>
            <pc:docMk/>
            <pc:sldMk cId="0" sldId="320"/>
            <ac:inkMk id="11" creationId="{8374C6D6-70C0-6CA6-AFB6-B15E7A75E31D}"/>
          </ac:inkMkLst>
        </pc:inkChg>
        <pc:inkChg chg="add">
          <ac:chgData name="hossam alzahrani" userId="fdac2997cc5b0bfe" providerId="LiveId" clId="{F2625555-E783-4D8B-BD21-7442D78D4EED}" dt="2026-03-27T17:34:54.960" v="95" actId="9405"/>
          <ac:inkMkLst>
            <pc:docMk/>
            <pc:sldMk cId="0" sldId="320"/>
            <ac:inkMk id="12" creationId="{E6440AAB-BC1E-AB45-9F1A-4199DC3CB2B2}"/>
          </ac:inkMkLst>
        </pc:inkChg>
        <pc:inkChg chg="add">
          <ac:chgData name="hossam alzahrani" userId="fdac2997cc5b0bfe" providerId="LiveId" clId="{F2625555-E783-4D8B-BD21-7442D78D4EED}" dt="2026-03-27T17:34:55.794" v="96" actId="9405"/>
          <ac:inkMkLst>
            <pc:docMk/>
            <pc:sldMk cId="0" sldId="320"/>
            <ac:inkMk id="13" creationId="{7EA6EDCD-4635-356C-72BD-5AB0793FD32B}"/>
          </ac:inkMkLst>
        </pc:inkChg>
        <pc:inkChg chg="add">
          <ac:chgData name="hossam alzahrani" userId="fdac2997cc5b0bfe" providerId="LiveId" clId="{F2625555-E783-4D8B-BD21-7442D78D4EED}" dt="2026-03-27T17:34:57.062" v="97" actId="9405"/>
          <ac:inkMkLst>
            <pc:docMk/>
            <pc:sldMk cId="0" sldId="320"/>
            <ac:inkMk id="14" creationId="{DE2CE0BD-3BCC-ADE7-32DF-B73636262A01}"/>
          </ac:inkMkLst>
        </pc:inkChg>
      </pc:sldChg>
      <pc:sldChg chg="addSp delSp modSp mod">
        <pc:chgData name="hossam alzahrani" userId="fdac2997cc5b0bfe" providerId="LiveId" clId="{F2625555-E783-4D8B-BD21-7442D78D4EED}" dt="2026-03-28T14:42:01.548" v="722"/>
        <pc:sldMkLst>
          <pc:docMk/>
          <pc:sldMk cId="0" sldId="321"/>
        </pc:sldMkLst>
        <pc:inkChg chg="add">
          <ac:chgData name="hossam alzahrani" userId="fdac2997cc5b0bfe" providerId="LiveId" clId="{F2625555-E783-4D8B-BD21-7442D78D4EED}" dt="2026-03-27T16:47:28.694" v="20" actId="9405"/>
          <ac:inkMkLst>
            <pc:docMk/>
            <pc:sldMk cId="0" sldId="321"/>
            <ac:inkMk id="4" creationId="{C27BDE62-73BF-9327-30DC-8C0A6A3B624B}"/>
          </ac:inkMkLst>
        </pc:inkChg>
        <pc:inkChg chg="add mod">
          <ac:chgData name="hossam alzahrani" userId="fdac2997cc5b0bfe" providerId="LiveId" clId="{F2625555-E783-4D8B-BD21-7442D78D4EED}" dt="2026-03-27T17:32:43.947" v="43"/>
          <ac:inkMkLst>
            <pc:docMk/>
            <pc:sldMk cId="0" sldId="321"/>
            <ac:inkMk id="6" creationId="{AA5ACD0B-FF90-A25D-5BC8-D941F07959C5}"/>
          </ac:inkMkLst>
        </pc:inkChg>
        <pc:inkChg chg="add mod">
          <ac:chgData name="hossam alzahrani" userId="fdac2997cc5b0bfe" providerId="LiveId" clId="{F2625555-E783-4D8B-BD21-7442D78D4EED}" dt="2026-03-28T14:41:53.473" v="716"/>
          <ac:inkMkLst>
            <pc:docMk/>
            <pc:sldMk cId="0" sldId="321"/>
            <ac:inkMk id="7" creationId="{9D4F40C2-A181-AFE8-0C0A-736E905121EE}"/>
          </ac:inkMkLst>
        </pc:inkChg>
        <pc:inkChg chg="add mod">
          <ac:chgData name="hossam alzahrani" userId="fdac2997cc5b0bfe" providerId="LiveId" clId="{F2625555-E783-4D8B-BD21-7442D78D4EED}" dt="2026-03-27T17:32:48.348" v="46"/>
          <ac:inkMkLst>
            <pc:docMk/>
            <pc:sldMk cId="0" sldId="321"/>
            <ac:inkMk id="8" creationId="{B254BD20-0B86-E0F5-6EF0-E2628ACBD7EA}"/>
          </ac:inkMkLst>
        </pc:inkChg>
        <pc:inkChg chg="add">
          <ac:chgData name="hossam alzahrani" userId="fdac2997cc5b0bfe" providerId="LiveId" clId="{F2625555-E783-4D8B-BD21-7442D78D4EED}" dt="2026-03-27T17:32:50.313" v="47" actId="9405"/>
          <ac:inkMkLst>
            <pc:docMk/>
            <pc:sldMk cId="0" sldId="321"/>
            <ac:inkMk id="9" creationId="{D6B7A64E-53B9-FE1F-CF93-12A3DE1A7D24}"/>
          </ac:inkMkLst>
        </pc:inkChg>
        <pc:inkChg chg="add">
          <ac:chgData name="hossam alzahrani" userId="fdac2997cc5b0bfe" providerId="LiveId" clId="{F2625555-E783-4D8B-BD21-7442D78D4EED}" dt="2026-03-27T17:33:07.249" v="48" actId="9405"/>
          <ac:inkMkLst>
            <pc:docMk/>
            <pc:sldMk cId="0" sldId="321"/>
            <ac:inkMk id="10" creationId="{452FCBC4-C724-7F9B-C697-EC77BA64AAE7}"/>
          </ac:inkMkLst>
        </pc:inkChg>
        <pc:inkChg chg="add">
          <ac:chgData name="hossam alzahrani" userId="fdac2997cc5b0bfe" providerId="LiveId" clId="{F2625555-E783-4D8B-BD21-7442D78D4EED}" dt="2026-03-28T14:41:57.345" v="717" actId="9405"/>
          <ac:inkMkLst>
            <pc:docMk/>
            <pc:sldMk cId="0" sldId="321"/>
            <ac:inkMk id="11" creationId="{2912BFE0-7B71-24AC-492F-14EDFBE760D5}"/>
          </ac:inkMkLst>
        </pc:inkChg>
        <pc:inkChg chg="add mod">
          <ac:chgData name="hossam alzahrani" userId="fdac2997cc5b0bfe" providerId="LiveId" clId="{F2625555-E783-4D8B-BD21-7442D78D4EED}" dt="2026-03-27T17:33:14.772" v="51"/>
          <ac:inkMkLst>
            <pc:docMk/>
            <pc:sldMk cId="0" sldId="321"/>
            <ac:inkMk id="12" creationId="{B77F26A0-CF9A-3744-CB45-37272C13E002}"/>
          </ac:inkMkLst>
        </pc:inkChg>
        <pc:inkChg chg="add mod">
          <ac:chgData name="hossam alzahrani" userId="fdac2997cc5b0bfe" providerId="LiveId" clId="{F2625555-E783-4D8B-BD21-7442D78D4EED}" dt="2026-03-27T17:33:19.240" v="54"/>
          <ac:inkMkLst>
            <pc:docMk/>
            <pc:sldMk cId="0" sldId="321"/>
            <ac:inkMk id="14" creationId="{B847B113-E332-C7B7-9784-11A72E2159CD}"/>
          </ac:inkMkLst>
        </pc:inkChg>
        <pc:inkChg chg="add">
          <ac:chgData name="hossam alzahrani" userId="fdac2997cc5b0bfe" providerId="LiveId" clId="{F2625555-E783-4D8B-BD21-7442D78D4EED}" dt="2026-03-27T17:33:20.256" v="55" actId="9405"/>
          <ac:inkMkLst>
            <pc:docMk/>
            <pc:sldMk cId="0" sldId="321"/>
            <ac:inkMk id="15" creationId="{2C226FA0-EB3E-663A-8A96-F26B332A458C}"/>
          </ac:inkMkLst>
        </pc:inkChg>
        <pc:inkChg chg="add mod">
          <ac:chgData name="hossam alzahrani" userId="fdac2997cc5b0bfe" providerId="LiveId" clId="{F2625555-E783-4D8B-BD21-7442D78D4EED}" dt="2026-03-27T19:03:12.918" v="175"/>
          <ac:inkMkLst>
            <pc:docMk/>
            <pc:sldMk cId="0" sldId="321"/>
            <ac:inkMk id="17" creationId="{DEB58FB5-9BA1-6473-FF17-3F0B70C35B38}"/>
          </ac:inkMkLst>
        </pc:inkChg>
        <pc:inkChg chg="add mod">
          <ac:chgData name="hossam alzahrani" userId="fdac2997cc5b0bfe" providerId="LiveId" clId="{F2625555-E783-4D8B-BD21-7442D78D4EED}" dt="2026-03-28T14:42:01.548" v="722"/>
          <ac:inkMkLst>
            <pc:docMk/>
            <pc:sldMk cId="0" sldId="321"/>
            <ac:inkMk id="18" creationId="{0D2CC746-6855-9C06-5619-730301655B85}"/>
          </ac:inkMkLst>
        </pc:inkChg>
        <pc:inkChg chg="add mod">
          <ac:chgData name="hossam alzahrani" userId="fdac2997cc5b0bfe" providerId="LiveId" clId="{F2625555-E783-4D8B-BD21-7442D78D4EED}" dt="2026-03-27T19:03:17.427" v="178"/>
          <ac:inkMkLst>
            <pc:docMk/>
            <pc:sldMk cId="0" sldId="321"/>
            <ac:inkMk id="19" creationId="{836B468A-C861-D53A-56CC-70A6BC1889D8}"/>
          </ac:inkMkLst>
        </pc:inkChg>
        <pc:inkChg chg="add">
          <ac:chgData name="hossam alzahrani" userId="fdac2997cc5b0bfe" providerId="LiveId" clId="{F2625555-E783-4D8B-BD21-7442D78D4EED}" dt="2026-03-27T19:03:21.602" v="179" actId="9405"/>
          <ac:inkMkLst>
            <pc:docMk/>
            <pc:sldMk cId="0" sldId="321"/>
            <ac:inkMk id="20" creationId="{FC3F3C04-9B5C-9B18-B19C-2B60C19CD58C}"/>
          </ac:inkMkLst>
        </pc:inkChg>
      </pc:sldChg>
      <pc:sldChg chg="addSp delSp modSp mod">
        <pc:chgData name="hossam alzahrani" userId="fdac2997cc5b0bfe" providerId="LiveId" clId="{F2625555-E783-4D8B-BD21-7442D78D4EED}" dt="2026-03-28T16:27:28.094" v="727" actId="9405"/>
        <pc:sldMkLst>
          <pc:docMk/>
          <pc:sldMk cId="0" sldId="323"/>
        </pc:sldMkLst>
        <pc:inkChg chg="add">
          <ac:chgData name="hossam alzahrani" userId="fdac2997cc5b0bfe" providerId="LiveId" clId="{F2625555-E783-4D8B-BD21-7442D78D4EED}" dt="2026-03-27T17:40:38.878" v="98" actId="9405"/>
          <ac:inkMkLst>
            <pc:docMk/>
            <pc:sldMk cId="0" sldId="323"/>
            <ac:inkMk id="3" creationId="{565C8A41-B8AF-9DAB-252B-334511257154}"/>
          </ac:inkMkLst>
        </pc:inkChg>
        <pc:inkChg chg="add">
          <ac:chgData name="hossam alzahrani" userId="fdac2997cc5b0bfe" providerId="LiveId" clId="{F2625555-E783-4D8B-BD21-7442D78D4EED}" dt="2026-03-27T17:40:40.701" v="99" actId="9405"/>
          <ac:inkMkLst>
            <pc:docMk/>
            <pc:sldMk cId="0" sldId="323"/>
            <ac:inkMk id="4" creationId="{79C6BF3B-96B1-BEE7-EE20-081ED9336A47}"/>
          </ac:inkMkLst>
        </pc:inkChg>
        <pc:inkChg chg="add">
          <ac:chgData name="hossam alzahrani" userId="fdac2997cc5b0bfe" providerId="LiveId" clId="{F2625555-E783-4D8B-BD21-7442D78D4EED}" dt="2026-03-27T17:40:42.372" v="101"/>
          <ac:inkMkLst>
            <pc:docMk/>
            <pc:sldMk cId="0" sldId="323"/>
            <ac:inkMk id="6" creationId="{1EEEBEAC-4D2B-DFF2-8378-EC285998668C}"/>
          </ac:inkMkLst>
        </pc:inkChg>
        <pc:inkChg chg="add">
          <ac:chgData name="hossam alzahrani" userId="fdac2997cc5b0bfe" providerId="LiveId" clId="{F2625555-E783-4D8B-BD21-7442D78D4EED}" dt="2026-03-27T17:40:43.930" v="102" actId="9405"/>
          <ac:inkMkLst>
            <pc:docMk/>
            <pc:sldMk cId="0" sldId="323"/>
            <ac:inkMk id="7" creationId="{36D24727-7215-778C-49B6-0CC201855EFE}"/>
          </ac:inkMkLst>
        </pc:inkChg>
        <pc:inkChg chg="add">
          <ac:chgData name="hossam alzahrani" userId="fdac2997cc5b0bfe" providerId="LiveId" clId="{F2625555-E783-4D8B-BD21-7442D78D4EED}" dt="2026-03-27T17:40:45.180" v="103" actId="9405"/>
          <ac:inkMkLst>
            <pc:docMk/>
            <pc:sldMk cId="0" sldId="323"/>
            <ac:inkMk id="8" creationId="{64A61189-1F86-4E87-B3F1-5DEA8B4F5130}"/>
          </ac:inkMkLst>
        </pc:inkChg>
        <pc:inkChg chg="add">
          <ac:chgData name="hossam alzahrani" userId="fdac2997cc5b0bfe" providerId="LiveId" clId="{F2625555-E783-4D8B-BD21-7442D78D4EED}" dt="2026-03-27T17:40:47.155" v="104" actId="9405"/>
          <ac:inkMkLst>
            <pc:docMk/>
            <pc:sldMk cId="0" sldId="323"/>
            <ac:inkMk id="9" creationId="{BECCFAD4-F457-FD4D-567C-594C5D3C0033}"/>
          </ac:inkMkLst>
        </pc:inkChg>
        <pc:inkChg chg="add del">
          <ac:chgData name="hossam alzahrani" userId="fdac2997cc5b0bfe" providerId="LiveId" clId="{F2625555-E783-4D8B-BD21-7442D78D4EED}" dt="2026-03-28T16:27:28.094" v="727" actId="9405"/>
          <ac:inkMkLst>
            <pc:docMk/>
            <pc:sldMk cId="0" sldId="323"/>
            <ac:inkMk id="10" creationId="{2468AF15-5EF2-0D3B-3A1A-6FCFA56D6B9E}"/>
          </ac:inkMkLst>
        </pc:inkChg>
        <pc:inkChg chg="add mod">
          <ac:chgData name="hossam alzahrani" userId="fdac2997cc5b0bfe" providerId="LiveId" clId="{F2625555-E783-4D8B-BD21-7442D78D4EED}" dt="2026-03-27T17:40:56.598" v="107"/>
          <ac:inkMkLst>
            <pc:docMk/>
            <pc:sldMk cId="0" sldId="323"/>
            <ac:inkMk id="11" creationId="{13B59A0F-E55B-FBCD-6D8E-97743CADC099}"/>
          </ac:inkMkLst>
        </pc:inkChg>
        <pc:inkChg chg="add">
          <ac:chgData name="hossam alzahrani" userId="fdac2997cc5b0bfe" providerId="LiveId" clId="{F2625555-E783-4D8B-BD21-7442D78D4EED}" dt="2026-03-27T17:41:02.779" v="108" actId="9405"/>
          <ac:inkMkLst>
            <pc:docMk/>
            <pc:sldMk cId="0" sldId="323"/>
            <ac:inkMk id="12" creationId="{E49936E4-DF33-C3E4-E355-F4E91D9CA03A}"/>
          </ac:inkMkLst>
        </pc:inkChg>
        <pc:inkChg chg="add mod">
          <ac:chgData name="hossam alzahrani" userId="fdac2997cc5b0bfe" providerId="LiveId" clId="{F2625555-E783-4D8B-BD21-7442D78D4EED}" dt="2026-03-27T17:41:06.063" v="111"/>
          <ac:inkMkLst>
            <pc:docMk/>
            <pc:sldMk cId="0" sldId="323"/>
            <ac:inkMk id="14" creationId="{6F4FBA61-D1A5-090B-089C-C0163C981E80}"/>
          </ac:inkMkLst>
        </pc:inkChg>
        <pc:inkChg chg="add">
          <ac:chgData name="hossam alzahrani" userId="fdac2997cc5b0bfe" providerId="LiveId" clId="{F2625555-E783-4D8B-BD21-7442D78D4EED}" dt="2026-03-27T17:41:08.571" v="112" actId="9405"/>
          <ac:inkMkLst>
            <pc:docMk/>
            <pc:sldMk cId="0" sldId="323"/>
            <ac:inkMk id="15" creationId="{73CAC176-90EE-3283-B6E3-9A8D8505F35D}"/>
          </ac:inkMkLst>
        </pc:inkChg>
        <pc:inkChg chg="add">
          <ac:chgData name="hossam alzahrani" userId="fdac2997cc5b0bfe" providerId="LiveId" clId="{F2625555-E783-4D8B-BD21-7442D78D4EED}" dt="2026-03-27T17:41:10.764" v="113" actId="9405"/>
          <ac:inkMkLst>
            <pc:docMk/>
            <pc:sldMk cId="0" sldId="323"/>
            <ac:inkMk id="16" creationId="{D45A6D3E-FDD5-38D9-7FFF-A8520C380F1E}"/>
          </ac:inkMkLst>
        </pc:inkChg>
        <pc:inkChg chg="add mod">
          <ac:chgData name="hossam alzahrani" userId="fdac2997cc5b0bfe" providerId="LiveId" clId="{F2625555-E783-4D8B-BD21-7442D78D4EED}" dt="2026-03-27T19:39:16.867" v="313"/>
          <ac:inkMkLst>
            <pc:docMk/>
            <pc:sldMk cId="0" sldId="323"/>
            <ac:inkMk id="18" creationId="{EF651D66-B2B3-7009-84EB-A5C412C2C468}"/>
          </ac:inkMkLst>
        </pc:inkChg>
        <pc:inkChg chg="add mod">
          <ac:chgData name="hossam alzahrani" userId="fdac2997cc5b0bfe" providerId="LiveId" clId="{F2625555-E783-4D8B-BD21-7442D78D4EED}" dt="2026-03-27T19:39:22.179" v="316"/>
          <ac:inkMkLst>
            <pc:docMk/>
            <pc:sldMk cId="0" sldId="323"/>
            <ac:inkMk id="20" creationId="{74E1A11B-6EC0-B04F-9268-8B6F0DEBA61E}"/>
          </ac:inkMkLst>
        </pc:inkChg>
        <pc:inkChg chg="add">
          <ac:chgData name="hossam alzahrani" userId="fdac2997cc5b0bfe" providerId="LiveId" clId="{F2625555-E783-4D8B-BD21-7442D78D4EED}" dt="2026-03-27T19:39:23.190" v="317" actId="9405"/>
          <ac:inkMkLst>
            <pc:docMk/>
            <pc:sldMk cId="0" sldId="323"/>
            <ac:inkMk id="21" creationId="{D91028A5-9AC4-05F5-D9DC-43A35C778719}"/>
          </ac:inkMkLst>
        </pc:inkChg>
        <pc:inkChg chg="add">
          <ac:chgData name="hossam alzahrani" userId="fdac2997cc5b0bfe" providerId="LiveId" clId="{F2625555-E783-4D8B-BD21-7442D78D4EED}" dt="2026-03-27T19:39:25.478" v="318" actId="9405"/>
          <ac:inkMkLst>
            <pc:docMk/>
            <pc:sldMk cId="0" sldId="323"/>
            <ac:inkMk id="22" creationId="{9BE2D512-24A3-2A6E-4305-B3C678A93678}"/>
          </ac:inkMkLst>
        </pc:inkChg>
      </pc:sldChg>
      <pc:sldChg chg="addSp delSp modSp mod">
        <pc:chgData name="hossam alzahrani" userId="fdac2997cc5b0bfe" providerId="LiveId" clId="{F2625555-E783-4D8B-BD21-7442D78D4EED}" dt="2026-03-27T19:40:23.236" v="325" actId="9405"/>
        <pc:sldMkLst>
          <pc:docMk/>
          <pc:sldMk cId="0" sldId="324"/>
        </pc:sldMkLst>
        <pc:inkChg chg="add mod">
          <ac:chgData name="hossam alzahrani" userId="fdac2997cc5b0bfe" providerId="LiveId" clId="{F2625555-E783-4D8B-BD21-7442D78D4EED}" dt="2026-03-27T17:41:26.292" v="116"/>
          <ac:inkMkLst>
            <pc:docMk/>
            <pc:sldMk cId="0" sldId="324"/>
            <ac:inkMk id="3" creationId="{C81F1810-9840-9809-5D58-76CEFEB40CD1}"/>
          </ac:inkMkLst>
        </pc:inkChg>
        <pc:inkChg chg="add mod">
          <ac:chgData name="hossam alzahrani" userId="fdac2997cc5b0bfe" providerId="LiveId" clId="{F2625555-E783-4D8B-BD21-7442D78D4EED}" dt="2026-03-27T17:41:29.067" v="119"/>
          <ac:inkMkLst>
            <pc:docMk/>
            <pc:sldMk cId="0" sldId="324"/>
            <ac:inkMk id="6" creationId="{71518BE6-44D4-FD01-9AA7-1E8820B01D07}"/>
          </ac:inkMkLst>
        </pc:inkChg>
        <pc:inkChg chg="add mod">
          <ac:chgData name="hossam alzahrani" userId="fdac2997cc5b0bfe" providerId="LiveId" clId="{F2625555-E783-4D8B-BD21-7442D78D4EED}" dt="2026-03-27T17:41:32.171" v="122"/>
          <ac:inkMkLst>
            <pc:docMk/>
            <pc:sldMk cId="0" sldId="324"/>
            <ac:inkMk id="8" creationId="{53F18AA7-5A75-6C38-0A55-44DDE69ECBCF}"/>
          </ac:inkMkLst>
        </pc:inkChg>
        <pc:inkChg chg="add">
          <ac:chgData name="hossam alzahrani" userId="fdac2997cc5b0bfe" providerId="LiveId" clId="{F2625555-E783-4D8B-BD21-7442D78D4EED}" dt="2026-03-27T17:41:36.490" v="123" actId="9405"/>
          <ac:inkMkLst>
            <pc:docMk/>
            <pc:sldMk cId="0" sldId="324"/>
            <ac:inkMk id="9" creationId="{043AABFA-79F7-C96C-0D57-022430AFEEFA}"/>
          </ac:inkMkLst>
        </pc:inkChg>
        <pc:inkChg chg="add mod">
          <ac:chgData name="hossam alzahrani" userId="fdac2997cc5b0bfe" providerId="LiveId" clId="{F2625555-E783-4D8B-BD21-7442D78D4EED}" dt="2026-03-27T17:41:38.407" v="126"/>
          <ac:inkMkLst>
            <pc:docMk/>
            <pc:sldMk cId="0" sldId="324"/>
            <ac:inkMk id="11" creationId="{9AC85116-C161-F350-9DD5-E07F34DC7932}"/>
          </ac:inkMkLst>
        </pc:inkChg>
        <pc:inkChg chg="add mod">
          <ac:chgData name="hossam alzahrani" userId="fdac2997cc5b0bfe" providerId="LiveId" clId="{F2625555-E783-4D8B-BD21-7442D78D4EED}" dt="2026-03-27T17:41:41.639" v="129"/>
          <ac:inkMkLst>
            <pc:docMk/>
            <pc:sldMk cId="0" sldId="324"/>
            <ac:inkMk id="13" creationId="{67763B72-82FC-B84C-87A9-89A05B624939}"/>
          </ac:inkMkLst>
        </pc:inkChg>
        <pc:inkChg chg="add">
          <ac:chgData name="hossam alzahrani" userId="fdac2997cc5b0bfe" providerId="LiveId" clId="{F2625555-E783-4D8B-BD21-7442D78D4EED}" dt="2026-03-27T19:40:03.451" v="319" actId="9405"/>
          <ac:inkMkLst>
            <pc:docMk/>
            <pc:sldMk cId="0" sldId="324"/>
            <ac:inkMk id="14" creationId="{2AE33D01-F9E1-8F40-008B-ED1D0CC563E6}"/>
          </ac:inkMkLst>
        </pc:inkChg>
        <pc:inkChg chg="add mod">
          <ac:chgData name="hossam alzahrani" userId="fdac2997cc5b0bfe" providerId="LiveId" clId="{F2625555-E783-4D8B-BD21-7442D78D4EED}" dt="2026-03-27T19:40:20.825" v="324"/>
          <ac:inkMkLst>
            <pc:docMk/>
            <pc:sldMk cId="0" sldId="324"/>
            <ac:inkMk id="15" creationId="{C448B618-1665-EBFF-87BB-A5239C64664B}"/>
          </ac:inkMkLst>
        </pc:inkChg>
        <pc:inkChg chg="add">
          <ac:chgData name="hossam alzahrani" userId="fdac2997cc5b0bfe" providerId="LiveId" clId="{F2625555-E783-4D8B-BD21-7442D78D4EED}" dt="2026-03-27T19:40:23.236" v="325" actId="9405"/>
          <ac:inkMkLst>
            <pc:docMk/>
            <pc:sldMk cId="0" sldId="324"/>
            <ac:inkMk id="18" creationId="{D9559515-F66F-A486-B27B-F583D59988D8}"/>
          </ac:inkMkLst>
        </pc:inkChg>
      </pc:sldChg>
      <pc:sldChg chg="addSp mod">
        <pc:chgData name="hossam alzahrani" userId="fdac2997cc5b0bfe" providerId="LiveId" clId="{F2625555-E783-4D8B-BD21-7442D78D4EED}" dt="2026-03-27T17:42:37.507" v="146" actId="9405"/>
        <pc:sldMkLst>
          <pc:docMk/>
          <pc:sldMk cId="0" sldId="327"/>
        </pc:sldMkLst>
        <pc:inkChg chg="add">
          <ac:chgData name="hossam alzahrani" userId="fdac2997cc5b0bfe" providerId="LiveId" clId="{F2625555-E783-4D8B-BD21-7442D78D4EED}" dt="2026-03-27T17:42:33.225" v="142" actId="9405"/>
          <ac:inkMkLst>
            <pc:docMk/>
            <pc:sldMk cId="0" sldId="327"/>
            <ac:inkMk id="3" creationId="{C6EDFC27-4FEE-9BF5-E54F-3E5D664420CC}"/>
          </ac:inkMkLst>
        </pc:inkChg>
        <pc:inkChg chg="add">
          <ac:chgData name="hossam alzahrani" userId="fdac2997cc5b0bfe" providerId="LiveId" clId="{F2625555-E783-4D8B-BD21-7442D78D4EED}" dt="2026-03-27T17:42:34.196" v="143" actId="9405"/>
          <ac:inkMkLst>
            <pc:docMk/>
            <pc:sldMk cId="0" sldId="327"/>
            <ac:inkMk id="4" creationId="{3D132E51-A375-4414-F6C5-FB2D1DEB609F}"/>
          </ac:inkMkLst>
        </pc:inkChg>
        <pc:inkChg chg="add">
          <ac:chgData name="hossam alzahrani" userId="fdac2997cc5b0bfe" providerId="LiveId" clId="{F2625555-E783-4D8B-BD21-7442D78D4EED}" dt="2026-03-27T17:42:34.753" v="144" actId="9405"/>
          <ac:inkMkLst>
            <pc:docMk/>
            <pc:sldMk cId="0" sldId="327"/>
            <ac:inkMk id="5" creationId="{ACB4830B-07FE-1650-B8C6-682A688696C8}"/>
          </ac:inkMkLst>
        </pc:inkChg>
        <pc:inkChg chg="add">
          <ac:chgData name="hossam alzahrani" userId="fdac2997cc5b0bfe" providerId="LiveId" clId="{F2625555-E783-4D8B-BD21-7442D78D4EED}" dt="2026-03-27T17:42:36.252" v="145" actId="9405"/>
          <ac:inkMkLst>
            <pc:docMk/>
            <pc:sldMk cId="0" sldId="327"/>
            <ac:inkMk id="6" creationId="{7E38DDD6-1D50-BD89-DB42-590E4C32D57C}"/>
          </ac:inkMkLst>
        </pc:inkChg>
        <pc:inkChg chg="add">
          <ac:chgData name="hossam alzahrani" userId="fdac2997cc5b0bfe" providerId="LiveId" clId="{F2625555-E783-4D8B-BD21-7442D78D4EED}" dt="2026-03-27T17:42:37.507" v="146" actId="9405"/>
          <ac:inkMkLst>
            <pc:docMk/>
            <pc:sldMk cId="0" sldId="327"/>
            <ac:inkMk id="7" creationId="{896DE093-33B8-9729-25C6-E05CAA5E3C64}"/>
          </ac:inkMkLst>
        </pc:inkChg>
      </pc:sldChg>
      <pc:sldChg chg="addSp delSp modSp mod">
        <pc:chgData name="hossam alzahrani" userId="fdac2997cc5b0bfe" providerId="LiveId" clId="{F2625555-E783-4D8B-BD21-7442D78D4EED}" dt="2026-03-27T22:04:06.505" v="471" actId="9405"/>
        <pc:sldMkLst>
          <pc:docMk/>
          <pc:sldMk cId="3505939845" sldId="337"/>
        </pc:sldMkLst>
        <pc:inkChg chg="add">
          <ac:chgData name="hossam alzahrani" userId="fdac2997cc5b0bfe" providerId="LiveId" clId="{F2625555-E783-4D8B-BD21-7442D78D4EED}" dt="2026-03-27T21:35:49.881" v="435" actId="9405"/>
          <ac:inkMkLst>
            <pc:docMk/>
            <pc:sldMk cId="3505939845" sldId="337"/>
            <ac:inkMk id="2" creationId="{122EB5C3-E434-B9D8-8779-DBB078D1630E}"/>
          </ac:inkMkLst>
        </pc:inkChg>
        <pc:inkChg chg="add mod">
          <ac:chgData name="hossam alzahrani" userId="fdac2997cc5b0bfe" providerId="LiveId" clId="{F2625555-E783-4D8B-BD21-7442D78D4EED}" dt="2026-03-27T21:35:54.962" v="438"/>
          <ac:inkMkLst>
            <pc:docMk/>
            <pc:sldMk cId="3505939845" sldId="337"/>
            <ac:inkMk id="6" creationId="{DFFBAB82-4158-9665-9AC1-7567842AB6F2}"/>
          </ac:inkMkLst>
        </pc:inkChg>
        <pc:inkChg chg="add mod">
          <ac:chgData name="hossam alzahrani" userId="fdac2997cc5b0bfe" providerId="LiveId" clId="{F2625555-E783-4D8B-BD21-7442D78D4EED}" dt="2026-03-27T21:35:59.102" v="441"/>
          <ac:inkMkLst>
            <pc:docMk/>
            <pc:sldMk cId="3505939845" sldId="337"/>
            <ac:inkMk id="8" creationId="{C1C18DD7-6D42-DFAD-6956-8F1C68FC3995}"/>
          </ac:inkMkLst>
        </pc:inkChg>
        <pc:inkChg chg="add">
          <ac:chgData name="hossam alzahrani" userId="fdac2997cc5b0bfe" providerId="LiveId" clId="{F2625555-E783-4D8B-BD21-7442D78D4EED}" dt="2026-03-27T21:36:00.788" v="442" actId="9405"/>
          <ac:inkMkLst>
            <pc:docMk/>
            <pc:sldMk cId="3505939845" sldId="337"/>
            <ac:inkMk id="9" creationId="{1AB309E7-4B15-4D11-16AC-4D77B7B99E33}"/>
          </ac:inkMkLst>
        </pc:inkChg>
        <pc:inkChg chg="add">
          <ac:chgData name="hossam alzahrani" userId="fdac2997cc5b0bfe" providerId="LiveId" clId="{F2625555-E783-4D8B-BD21-7442D78D4EED}" dt="2026-03-27T21:36:01.822" v="443" actId="9405"/>
          <ac:inkMkLst>
            <pc:docMk/>
            <pc:sldMk cId="3505939845" sldId="337"/>
            <ac:inkMk id="10" creationId="{4915A5FD-3BC0-0968-065C-A0D966CD7D55}"/>
          </ac:inkMkLst>
        </pc:inkChg>
        <pc:inkChg chg="add">
          <ac:chgData name="hossam alzahrani" userId="fdac2997cc5b0bfe" providerId="LiveId" clId="{F2625555-E783-4D8B-BD21-7442D78D4EED}" dt="2026-03-27T21:36:05.942" v="444" actId="9405"/>
          <ac:inkMkLst>
            <pc:docMk/>
            <pc:sldMk cId="3505939845" sldId="337"/>
            <ac:inkMk id="11" creationId="{07F1B0F4-8119-498A-4390-F65D8C52BC55}"/>
          </ac:inkMkLst>
        </pc:inkChg>
        <pc:inkChg chg="add">
          <ac:chgData name="hossam alzahrani" userId="fdac2997cc5b0bfe" providerId="LiveId" clId="{F2625555-E783-4D8B-BD21-7442D78D4EED}" dt="2026-03-27T21:36:07.395" v="445" actId="9405"/>
          <ac:inkMkLst>
            <pc:docMk/>
            <pc:sldMk cId="3505939845" sldId="337"/>
            <ac:inkMk id="12" creationId="{B9C76595-5AF0-0D30-856D-113510A3491F}"/>
          </ac:inkMkLst>
        </pc:inkChg>
        <pc:inkChg chg="add mod">
          <ac:chgData name="hossam alzahrani" userId="fdac2997cc5b0bfe" providerId="LiveId" clId="{F2625555-E783-4D8B-BD21-7442D78D4EED}" dt="2026-03-27T21:36:09.383" v="448"/>
          <ac:inkMkLst>
            <pc:docMk/>
            <pc:sldMk cId="3505939845" sldId="337"/>
            <ac:inkMk id="14" creationId="{8672CE50-4B24-C9EB-85DF-5CDDE43D0CBF}"/>
          </ac:inkMkLst>
        </pc:inkChg>
        <pc:inkChg chg="add">
          <ac:chgData name="hossam alzahrani" userId="fdac2997cc5b0bfe" providerId="LiveId" clId="{F2625555-E783-4D8B-BD21-7442D78D4EED}" dt="2026-03-27T21:36:11.938" v="449" actId="9405"/>
          <ac:inkMkLst>
            <pc:docMk/>
            <pc:sldMk cId="3505939845" sldId="337"/>
            <ac:inkMk id="15" creationId="{77AF6C9E-81A7-4E0B-FC0E-1ECE54E4A0BE}"/>
          </ac:inkMkLst>
        </pc:inkChg>
        <pc:inkChg chg="add">
          <ac:chgData name="hossam alzahrani" userId="fdac2997cc5b0bfe" providerId="LiveId" clId="{F2625555-E783-4D8B-BD21-7442D78D4EED}" dt="2026-03-27T21:36:13.851" v="450" actId="9405"/>
          <ac:inkMkLst>
            <pc:docMk/>
            <pc:sldMk cId="3505939845" sldId="337"/>
            <ac:inkMk id="16" creationId="{2508E1BA-565D-240B-23AE-5A12D0BE7EBF}"/>
          </ac:inkMkLst>
        </pc:inkChg>
        <pc:inkChg chg="add mod">
          <ac:chgData name="hossam alzahrani" userId="fdac2997cc5b0bfe" providerId="LiveId" clId="{F2625555-E783-4D8B-BD21-7442D78D4EED}" dt="2026-03-27T21:36:18.191" v="453"/>
          <ac:inkMkLst>
            <pc:docMk/>
            <pc:sldMk cId="3505939845" sldId="337"/>
            <ac:inkMk id="18" creationId="{61BD36FD-82AD-33F1-AC7F-08C76F8E102E}"/>
          </ac:inkMkLst>
        </pc:inkChg>
        <pc:inkChg chg="add">
          <ac:chgData name="hossam alzahrani" userId="fdac2997cc5b0bfe" providerId="LiveId" clId="{F2625555-E783-4D8B-BD21-7442D78D4EED}" dt="2026-03-27T21:36:19.284" v="454" actId="9405"/>
          <ac:inkMkLst>
            <pc:docMk/>
            <pc:sldMk cId="3505939845" sldId="337"/>
            <ac:inkMk id="19" creationId="{F18AF3D2-DB29-B33C-6018-D7F4C76BDA88}"/>
          </ac:inkMkLst>
        </pc:inkChg>
        <pc:inkChg chg="add mod">
          <ac:chgData name="hossam alzahrani" userId="fdac2997cc5b0bfe" providerId="LiveId" clId="{F2625555-E783-4D8B-BD21-7442D78D4EED}" dt="2026-03-27T22:03:33.129" v="457"/>
          <ac:inkMkLst>
            <pc:docMk/>
            <pc:sldMk cId="3505939845" sldId="337"/>
            <ac:inkMk id="21" creationId="{0A1F19B8-26B8-A8B0-DE3D-466AFA9A9CC0}"/>
          </ac:inkMkLst>
        </pc:inkChg>
        <pc:inkChg chg="add">
          <ac:chgData name="hossam alzahrani" userId="fdac2997cc5b0bfe" providerId="LiveId" clId="{F2625555-E783-4D8B-BD21-7442D78D4EED}" dt="2026-03-27T22:03:38.002" v="460" actId="9405"/>
          <ac:inkMkLst>
            <pc:docMk/>
            <pc:sldMk cId="3505939845" sldId="337"/>
            <ac:inkMk id="23" creationId="{F3903278-619C-12A3-C6EA-33EED75E3B3D}"/>
          </ac:inkMkLst>
        </pc:inkChg>
        <pc:inkChg chg="add">
          <ac:chgData name="hossam alzahrani" userId="fdac2997cc5b0bfe" providerId="LiveId" clId="{F2625555-E783-4D8B-BD21-7442D78D4EED}" dt="2026-03-27T22:03:39.256" v="461" actId="9405"/>
          <ac:inkMkLst>
            <pc:docMk/>
            <pc:sldMk cId="3505939845" sldId="337"/>
            <ac:inkMk id="24" creationId="{0F651AD8-0737-6140-CE4E-14D211A5B943}"/>
          </ac:inkMkLst>
        </pc:inkChg>
        <pc:inkChg chg="add mod">
          <ac:chgData name="hossam alzahrani" userId="fdac2997cc5b0bfe" providerId="LiveId" clId="{F2625555-E783-4D8B-BD21-7442D78D4EED}" dt="2026-03-27T22:03:44.291" v="464"/>
          <ac:inkMkLst>
            <pc:docMk/>
            <pc:sldMk cId="3505939845" sldId="337"/>
            <ac:inkMk id="26" creationId="{4B3FB044-24B0-074C-1146-82D32DEE5893}"/>
          </ac:inkMkLst>
        </pc:inkChg>
        <pc:inkChg chg="add mod">
          <ac:chgData name="hossam alzahrani" userId="fdac2997cc5b0bfe" providerId="LiveId" clId="{F2625555-E783-4D8B-BD21-7442D78D4EED}" dt="2026-03-27T22:03:47.659" v="467"/>
          <ac:inkMkLst>
            <pc:docMk/>
            <pc:sldMk cId="3505939845" sldId="337"/>
            <ac:inkMk id="28" creationId="{0593D253-2EA6-DE0F-ADCA-7F4070330650}"/>
          </ac:inkMkLst>
        </pc:inkChg>
        <pc:inkChg chg="add">
          <ac:chgData name="hossam alzahrani" userId="fdac2997cc5b0bfe" providerId="LiveId" clId="{F2625555-E783-4D8B-BD21-7442D78D4EED}" dt="2026-03-27T22:04:02.113" v="469"/>
          <ac:inkMkLst>
            <pc:docMk/>
            <pc:sldMk cId="3505939845" sldId="337"/>
            <ac:inkMk id="30" creationId="{D5109430-B46D-10E5-093F-6A5CC5563DF0}"/>
          </ac:inkMkLst>
        </pc:inkChg>
        <pc:inkChg chg="add">
          <ac:chgData name="hossam alzahrani" userId="fdac2997cc5b0bfe" providerId="LiveId" clId="{F2625555-E783-4D8B-BD21-7442D78D4EED}" dt="2026-03-27T22:04:05.174" v="470" actId="9405"/>
          <ac:inkMkLst>
            <pc:docMk/>
            <pc:sldMk cId="3505939845" sldId="337"/>
            <ac:inkMk id="31" creationId="{F5206A26-4E4C-0A1C-A355-A2DC27BD5028}"/>
          </ac:inkMkLst>
        </pc:inkChg>
        <pc:inkChg chg="add">
          <ac:chgData name="hossam alzahrani" userId="fdac2997cc5b0bfe" providerId="LiveId" clId="{F2625555-E783-4D8B-BD21-7442D78D4EED}" dt="2026-03-27T22:04:06.505" v="471" actId="9405"/>
          <ac:inkMkLst>
            <pc:docMk/>
            <pc:sldMk cId="3505939845" sldId="337"/>
            <ac:inkMk id="32" creationId="{9BDCB5C3-6584-40A8-1C7F-D45FB97DD7A3}"/>
          </ac:inkMkLst>
        </pc:inkChg>
      </pc:sldChg>
      <pc:sldChg chg="addSp delSp modSp mod">
        <pc:chgData name="hossam alzahrani" userId="fdac2997cc5b0bfe" providerId="LiveId" clId="{F2625555-E783-4D8B-BD21-7442D78D4EED}" dt="2026-03-28T16:33:48.008" v="750" actId="9405"/>
        <pc:sldMkLst>
          <pc:docMk/>
          <pc:sldMk cId="801275687" sldId="338"/>
        </pc:sldMkLst>
        <pc:inkChg chg="add">
          <ac:chgData name="hossam alzahrani" userId="fdac2997cc5b0bfe" providerId="LiveId" clId="{F2625555-E783-4D8B-BD21-7442D78D4EED}" dt="2026-03-28T16:33:48.008" v="750" actId="9405"/>
          <ac:inkMkLst>
            <pc:docMk/>
            <pc:sldMk cId="801275687" sldId="338"/>
            <ac:inkMk id="2" creationId="{ECC81326-F6ED-A03F-3872-9E3F3502B932}"/>
          </ac:inkMkLst>
        </pc:inkChg>
        <pc:inkChg chg="add mod">
          <ac:chgData name="hossam alzahrani" userId="fdac2997cc5b0bfe" providerId="LiveId" clId="{F2625555-E783-4D8B-BD21-7442D78D4EED}" dt="2026-03-27T22:07:11.782" v="474"/>
          <ac:inkMkLst>
            <pc:docMk/>
            <pc:sldMk cId="801275687" sldId="338"/>
            <ac:inkMk id="4" creationId="{855BD0EB-B845-7285-1AE0-F12B5EC3CDF8}"/>
          </ac:inkMkLst>
        </pc:inkChg>
        <pc:inkChg chg="add">
          <ac:chgData name="hossam alzahrani" userId="fdac2997cc5b0bfe" providerId="LiveId" clId="{F2625555-E783-4D8B-BD21-7442D78D4EED}" dt="2026-03-27T22:07:12.926" v="475" actId="9405"/>
          <ac:inkMkLst>
            <pc:docMk/>
            <pc:sldMk cId="801275687" sldId="338"/>
            <ac:inkMk id="5" creationId="{D186E43B-1E9F-D771-AD46-D28EC147243B}"/>
          </ac:inkMkLst>
        </pc:inkChg>
        <pc:inkChg chg="add mod">
          <ac:chgData name="hossam alzahrani" userId="fdac2997cc5b0bfe" providerId="LiveId" clId="{F2625555-E783-4D8B-BD21-7442D78D4EED}" dt="2026-03-27T22:07:21.110" v="478"/>
          <ac:inkMkLst>
            <pc:docMk/>
            <pc:sldMk cId="801275687" sldId="338"/>
            <ac:inkMk id="8" creationId="{B5E695F4-F4D9-19FC-B747-0123E765A81F}"/>
          </ac:inkMkLst>
        </pc:inkChg>
        <pc:inkChg chg="add">
          <ac:chgData name="hossam alzahrani" userId="fdac2997cc5b0bfe" providerId="LiveId" clId="{F2625555-E783-4D8B-BD21-7442D78D4EED}" dt="2026-03-27T22:07:43.910" v="479" actId="9405"/>
          <ac:inkMkLst>
            <pc:docMk/>
            <pc:sldMk cId="801275687" sldId="338"/>
            <ac:inkMk id="9" creationId="{228E4D2B-94A1-EA69-2929-8D864249FFA3}"/>
          </ac:inkMkLst>
        </pc:inkChg>
        <pc:inkChg chg="add">
          <ac:chgData name="hossam alzahrani" userId="fdac2997cc5b0bfe" providerId="LiveId" clId="{F2625555-E783-4D8B-BD21-7442D78D4EED}" dt="2026-03-27T22:07:45.362" v="480" actId="9405"/>
          <ac:inkMkLst>
            <pc:docMk/>
            <pc:sldMk cId="801275687" sldId="338"/>
            <ac:inkMk id="10" creationId="{F4498498-11EA-A0D3-C833-890196E50D26}"/>
          </ac:inkMkLst>
        </pc:inkChg>
        <pc:inkChg chg="add mod">
          <ac:chgData name="hossam alzahrani" userId="fdac2997cc5b0bfe" providerId="LiveId" clId="{F2625555-E783-4D8B-BD21-7442D78D4EED}" dt="2026-03-27T22:07:54.434" v="485"/>
          <ac:inkMkLst>
            <pc:docMk/>
            <pc:sldMk cId="801275687" sldId="338"/>
            <ac:inkMk id="13" creationId="{4EBAF73E-0DF0-C26F-3FB5-61BF1E8BF144}"/>
          </ac:inkMkLst>
        </pc:inkChg>
        <pc:inkChg chg="add">
          <ac:chgData name="hossam alzahrani" userId="fdac2997cc5b0bfe" providerId="LiveId" clId="{F2625555-E783-4D8B-BD21-7442D78D4EED}" dt="2026-03-27T22:08:35.005" v="486" actId="9405"/>
          <ac:inkMkLst>
            <pc:docMk/>
            <pc:sldMk cId="801275687" sldId="338"/>
            <ac:inkMk id="14" creationId="{9C6B9546-045C-A180-FA86-27CA004F0F47}"/>
          </ac:inkMkLst>
        </pc:inkChg>
        <pc:inkChg chg="add mod">
          <ac:chgData name="hossam alzahrani" userId="fdac2997cc5b0bfe" providerId="LiveId" clId="{F2625555-E783-4D8B-BD21-7442D78D4EED}" dt="2026-03-27T22:08:38.275" v="489"/>
          <ac:inkMkLst>
            <pc:docMk/>
            <pc:sldMk cId="801275687" sldId="338"/>
            <ac:inkMk id="16" creationId="{95E2DC30-9847-F3F4-23DA-E5633560CD82}"/>
          </ac:inkMkLst>
        </pc:inkChg>
        <pc:inkChg chg="add mod">
          <ac:chgData name="hossam alzahrani" userId="fdac2997cc5b0bfe" providerId="LiveId" clId="{F2625555-E783-4D8B-BD21-7442D78D4EED}" dt="2026-03-27T22:08:43.847" v="492"/>
          <ac:inkMkLst>
            <pc:docMk/>
            <pc:sldMk cId="801275687" sldId="338"/>
            <ac:inkMk id="18" creationId="{BA02203B-AA1B-AC91-54AE-CE1289833821}"/>
          </ac:inkMkLst>
        </pc:inkChg>
        <pc:inkChg chg="add mod">
          <ac:chgData name="hossam alzahrani" userId="fdac2997cc5b0bfe" providerId="LiveId" clId="{F2625555-E783-4D8B-BD21-7442D78D4EED}" dt="2026-03-27T22:23:28.372" v="516"/>
          <ac:inkMkLst>
            <pc:docMk/>
            <pc:sldMk cId="801275687" sldId="338"/>
            <ac:inkMk id="20" creationId="{138E0F01-37A8-FFE6-ADFA-C53DDCECC123}"/>
          </ac:inkMkLst>
        </pc:inkChg>
        <pc:inkChg chg="add">
          <ac:chgData name="hossam alzahrani" userId="fdac2997cc5b0bfe" providerId="LiveId" clId="{F2625555-E783-4D8B-BD21-7442D78D4EED}" dt="2026-03-27T22:23:29.772" v="517" actId="9405"/>
          <ac:inkMkLst>
            <pc:docMk/>
            <pc:sldMk cId="801275687" sldId="338"/>
            <ac:inkMk id="21" creationId="{0C9BCCB6-7E73-FE46-0C85-01A81E5B670A}"/>
          </ac:inkMkLst>
        </pc:inkChg>
        <pc:inkChg chg="add mod">
          <ac:chgData name="hossam alzahrani" userId="fdac2997cc5b0bfe" providerId="LiveId" clId="{F2625555-E783-4D8B-BD21-7442D78D4EED}" dt="2026-03-27T22:23:34.940" v="520"/>
          <ac:inkMkLst>
            <pc:docMk/>
            <pc:sldMk cId="801275687" sldId="338"/>
            <ac:inkMk id="23" creationId="{F3D673FA-4323-EA21-3513-F0C731C523CC}"/>
          </ac:inkMkLst>
        </pc:inkChg>
        <pc:inkChg chg="add">
          <ac:chgData name="hossam alzahrani" userId="fdac2997cc5b0bfe" providerId="LiveId" clId="{F2625555-E783-4D8B-BD21-7442D78D4EED}" dt="2026-03-27T22:23:38.085" v="521" actId="9405"/>
          <ac:inkMkLst>
            <pc:docMk/>
            <pc:sldMk cId="801275687" sldId="338"/>
            <ac:inkMk id="24" creationId="{903E5F0E-B1EC-C9B1-7BDB-11D6A262262D}"/>
          </ac:inkMkLst>
        </pc:inkChg>
        <pc:inkChg chg="add mod">
          <ac:chgData name="hossam alzahrani" userId="fdac2997cc5b0bfe" providerId="LiveId" clId="{F2625555-E783-4D8B-BD21-7442D78D4EED}" dt="2026-03-27T22:26:39.603" v="524"/>
          <ac:inkMkLst>
            <pc:docMk/>
            <pc:sldMk cId="801275687" sldId="338"/>
            <ac:inkMk id="26" creationId="{986E7305-037A-78E9-57BD-EF93C1527F71}"/>
          </ac:inkMkLst>
        </pc:inkChg>
        <pc:inkChg chg="add">
          <ac:chgData name="hossam alzahrani" userId="fdac2997cc5b0bfe" providerId="LiveId" clId="{F2625555-E783-4D8B-BD21-7442D78D4EED}" dt="2026-03-27T22:26:45.957" v="525" actId="9405"/>
          <ac:inkMkLst>
            <pc:docMk/>
            <pc:sldMk cId="801275687" sldId="338"/>
            <ac:inkMk id="27" creationId="{FE346C2B-777D-5C78-6747-A2F0BFAD5AF8}"/>
          </ac:inkMkLst>
        </pc:inkChg>
        <pc:inkChg chg="add mod">
          <ac:chgData name="hossam alzahrani" userId="fdac2997cc5b0bfe" providerId="LiveId" clId="{F2625555-E783-4D8B-BD21-7442D78D4EED}" dt="2026-03-27T22:26:49.196" v="528"/>
          <ac:inkMkLst>
            <pc:docMk/>
            <pc:sldMk cId="801275687" sldId="338"/>
            <ac:inkMk id="29" creationId="{7C53A619-AC97-E984-954D-9788C293808A}"/>
          </ac:inkMkLst>
        </pc:inkChg>
      </pc:sldChg>
      <pc:sldChg chg="addSp delSp modSp mod">
        <pc:chgData name="hossam alzahrani" userId="fdac2997cc5b0bfe" providerId="LiveId" clId="{F2625555-E783-4D8B-BD21-7442D78D4EED}" dt="2026-03-27T22:27:55.537" v="542"/>
        <pc:sldMkLst>
          <pc:docMk/>
          <pc:sldMk cId="988555402" sldId="339"/>
        </pc:sldMkLst>
        <pc:inkChg chg="add mod">
          <ac:chgData name="hossam alzahrani" userId="fdac2997cc5b0bfe" providerId="LiveId" clId="{F2625555-E783-4D8B-BD21-7442D78D4EED}" dt="2026-03-27T22:14:01.996" v="495"/>
          <ac:inkMkLst>
            <pc:docMk/>
            <pc:sldMk cId="988555402" sldId="339"/>
            <ac:inkMk id="4" creationId="{8D6C7361-374E-F1CD-C977-0280C6D066BE}"/>
          </ac:inkMkLst>
        </pc:inkChg>
        <pc:inkChg chg="add mod">
          <ac:chgData name="hossam alzahrani" userId="fdac2997cc5b0bfe" providerId="LiveId" clId="{F2625555-E783-4D8B-BD21-7442D78D4EED}" dt="2026-03-27T22:14:06.046" v="498"/>
          <ac:inkMkLst>
            <pc:docMk/>
            <pc:sldMk cId="988555402" sldId="339"/>
            <ac:inkMk id="6" creationId="{B6DF4E97-382F-D1E7-40C0-F76AB8AB123E}"/>
          </ac:inkMkLst>
        </pc:inkChg>
        <pc:inkChg chg="add mod">
          <ac:chgData name="hossam alzahrani" userId="fdac2997cc5b0bfe" providerId="LiveId" clId="{F2625555-E783-4D8B-BD21-7442D78D4EED}" dt="2026-03-27T22:14:15.709" v="501"/>
          <ac:inkMkLst>
            <pc:docMk/>
            <pc:sldMk cId="988555402" sldId="339"/>
            <ac:inkMk id="9" creationId="{D17A5A09-F370-BC3A-E47F-E9472B737D36}"/>
          </ac:inkMkLst>
        </pc:inkChg>
        <pc:inkChg chg="add">
          <ac:chgData name="hossam alzahrani" userId="fdac2997cc5b0bfe" providerId="LiveId" clId="{F2625555-E783-4D8B-BD21-7442D78D4EED}" dt="2026-03-27T22:14:17.202" v="502" actId="9405"/>
          <ac:inkMkLst>
            <pc:docMk/>
            <pc:sldMk cId="988555402" sldId="339"/>
            <ac:inkMk id="10" creationId="{A0C6D3B8-4298-81AF-3F24-33661C0346B6}"/>
          </ac:inkMkLst>
        </pc:inkChg>
        <pc:inkChg chg="add">
          <ac:chgData name="hossam alzahrani" userId="fdac2997cc5b0bfe" providerId="LiveId" clId="{F2625555-E783-4D8B-BD21-7442D78D4EED}" dt="2026-03-27T22:14:43.039" v="504"/>
          <ac:inkMkLst>
            <pc:docMk/>
            <pc:sldMk cId="988555402" sldId="339"/>
            <ac:inkMk id="12" creationId="{A3A70745-BA05-2767-1CE0-96FE2ADB5C3C}"/>
          </ac:inkMkLst>
        </pc:inkChg>
        <pc:inkChg chg="add mod">
          <ac:chgData name="hossam alzahrani" userId="fdac2997cc5b0bfe" providerId="LiveId" clId="{F2625555-E783-4D8B-BD21-7442D78D4EED}" dt="2026-03-27T22:14:49.559" v="507"/>
          <ac:inkMkLst>
            <pc:docMk/>
            <pc:sldMk cId="988555402" sldId="339"/>
            <ac:inkMk id="14" creationId="{904AAB60-C4F9-0CED-6F33-DAF3ABBCBB26}"/>
          </ac:inkMkLst>
        </pc:inkChg>
        <pc:inkChg chg="add mod">
          <ac:chgData name="hossam alzahrani" userId="fdac2997cc5b0bfe" providerId="LiveId" clId="{F2625555-E783-4D8B-BD21-7442D78D4EED}" dt="2026-03-27T22:14:54.388" v="510"/>
          <ac:inkMkLst>
            <pc:docMk/>
            <pc:sldMk cId="988555402" sldId="339"/>
            <ac:inkMk id="16" creationId="{A34C61EB-7AAF-4FC3-34DA-E13672BB0442}"/>
          </ac:inkMkLst>
        </pc:inkChg>
        <pc:inkChg chg="add mod">
          <ac:chgData name="hossam alzahrani" userId="fdac2997cc5b0bfe" providerId="LiveId" clId="{F2625555-E783-4D8B-BD21-7442D78D4EED}" dt="2026-03-27T22:14:59.517" v="513"/>
          <ac:inkMkLst>
            <pc:docMk/>
            <pc:sldMk cId="988555402" sldId="339"/>
            <ac:inkMk id="18" creationId="{506C4DC1-05C8-E520-6F91-ABC7F536EB45}"/>
          </ac:inkMkLst>
        </pc:inkChg>
        <pc:inkChg chg="add mod">
          <ac:chgData name="hossam alzahrani" userId="fdac2997cc5b0bfe" providerId="LiveId" clId="{F2625555-E783-4D8B-BD21-7442D78D4EED}" dt="2026-03-27T22:27:22.829" v="531"/>
          <ac:inkMkLst>
            <pc:docMk/>
            <pc:sldMk cId="988555402" sldId="339"/>
            <ac:inkMk id="20" creationId="{95373261-0A2A-3463-62DF-4D104DFFBE2D}"/>
          </ac:inkMkLst>
        </pc:inkChg>
        <pc:inkChg chg="add">
          <ac:chgData name="hossam alzahrani" userId="fdac2997cc5b0bfe" providerId="LiveId" clId="{F2625555-E783-4D8B-BD21-7442D78D4EED}" dt="2026-03-27T22:27:23.882" v="532" actId="9405"/>
          <ac:inkMkLst>
            <pc:docMk/>
            <pc:sldMk cId="988555402" sldId="339"/>
            <ac:inkMk id="21" creationId="{9DA1757E-27E1-E255-414B-A05F934E00F7}"/>
          </ac:inkMkLst>
        </pc:inkChg>
        <pc:inkChg chg="add">
          <ac:chgData name="hossam alzahrani" userId="fdac2997cc5b0bfe" providerId="LiveId" clId="{F2625555-E783-4D8B-BD21-7442D78D4EED}" dt="2026-03-27T22:27:25.891" v="533" actId="9405"/>
          <ac:inkMkLst>
            <pc:docMk/>
            <pc:sldMk cId="988555402" sldId="339"/>
            <ac:inkMk id="22" creationId="{385AD013-B843-9883-7EED-96976CD0CEB0}"/>
          </ac:inkMkLst>
        </pc:inkChg>
        <pc:inkChg chg="add mod">
          <ac:chgData name="hossam alzahrani" userId="fdac2997cc5b0bfe" providerId="LiveId" clId="{F2625555-E783-4D8B-BD21-7442D78D4EED}" dt="2026-03-27T22:27:36.992" v="536"/>
          <ac:inkMkLst>
            <pc:docMk/>
            <pc:sldMk cId="988555402" sldId="339"/>
            <ac:inkMk id="24" creationId="{0F299107-36FC-BD23-1666-D66C6BF7FC7A}"/>
          </ac:inkMkLst>
        </pc:inkChg>
        <pc:inkChg chg="add mod">
          <ac:chgData name="hossam alzahrani" userId="fdac2997cc5b0bfe" providerId="LiveId" clId="{F2625555-E783-4D8B-BD21-7442D78D4EED}" dt="2026-03-27T22:27:51.183" v="539"/>
          <ac:inkMkLst>
            <pc:docMk/>
            <pc:sldMk cId="988555402" sldId="339"/>
            <ac:inkMk id="26" creationId="{04FBBB4F-F1BD-3582-2D8D-87602742C41A}"/>
          </ac:inkMkLst>
        </pc:inkChg>
        <pc:inkChg chg="add mod">
          <ac:chgData name="hossam alzahrani" userId="fdac2997cc5b0bfe" providerId="LiveId" clId="{F2625555-E783-4D8B-BD21-7442D78D4EED}" dt="2026-03-27T22:27:55.537" v="542"/>
          <ac:inkMkLst>
            <pc:docMk/>
            <pc:sldMk cId="988555402" sldId="339"/>
            <ac:inkMk id="28" creationId="{BD983603-C1B5-1540-E68B-7C26A0EB1E31}"/>
          </ac:inkMkLst>
        </pc:inkChg>
      </pc:sldChg>
      <pc:sldChg chg="addSp delSp modSp mod">
        <pc:chgData name="hossam alzahrani" userId="fdac2997cc5b0bfe" providerId="LiveId" clId="{F2625555-E783-4D8B-BD21-7442D78D4EED}" dt="2026-03-27T19:19:22.946" v="310"/>
        <pc:sldMkLst>
          <pc:docMk/>
          <pc:sldMk cId="0" sldId="348"/>
        </pc:sldMkLst>
        <pc:spChg chg="add mod">
          <ac:chgData name="hossam alzahrani" userId="fdac2997cc5b0bfe" providerId="LiveId" clId="{F2625555-E783-4D8B-BD21-7442D78D4EED}" dt="2026-03-27T19:14:30.668" v="222" actId="404"/>
          <ac:spMkLst>
            <pc:docMk/>
            <pc:sldMk cId="0" sldId="348"/>
            <ac:spMk id="47" creationId="{3A60E2D8-9E47-ED1B-D3DC-49EE32557E36}"/>
          </ac:spMkLst>
        </pc:spChg>
        <pc:spChg chg="add mod">
          <ac:chgData name="hossam alzahrani" userId="fdac2997cc5b0bfe" providerId="LiveId" clId="{F2625555-E783-4D8B-BD21-7442D78D4EED}" dt="2026-03-27T19:17:26.653" v="298" actId="20577"/>
          <ac:spMkLst>
            <pc:docMk/>
            <pc:sldMk cId="0" sldId="348"/>
            <ac:spMk id="52" creationId="{21833BB5-26D7-F62A-0D6A-47C9BD47D546}"/>
          </ac:spMkLst>
        </pc:spChg>
        <pc:grpChg chg="mod">
          <ac:chgData name="hossam alzahrani" userId="fdac2997cc5b0bfe" providerId="LiveId" clId="{F2625555-E783-4D8B-BD21-7442D78D4EED}" dt="2026-03-27T19:19:22.946" v="310"/>
          <ac:grpSpMkLst>
            <pc:docMk/>
            <pc:sldMk cId="0" sldId="348"/>
            <ac:grpSpMk id="63" creationId="{0A1B5376-ECEF-27C0-77AB-D11000ABCC98}"/>
          </ac:grpSpMkLst>
        </pc:grpChg>
        <pc:inkChg chg="add mod">
          <ac:chgData name="hossam alzahrani" userId="fdac2997cc5b0bfe" providerId="LiveId" clId="{F2625555-E783-4D8B-BD21-7442D78D4EED}" dt="2026-03-27T17:33:37.308" v="58"/>
          <ac:inkMkLst>
            <pc:docMk/>
            <pc:sldMk cId="0" sldId="348"/>
            <ac:inkMk id="3" creationId="{C21C9036-1EBE-EF66-C40B-A7D6D7FFB056}"/>
          </ac:inkMkLst>
        </pc:inkChg>
        <pc:inkChg chg="add">
          <ac:chgData name="hossam alzahrani" userId="fdac2997cc5b0bfe" providerId="LiveId" clId="{F2625555-E783-4D8B-BD21-7442D78D4EED}" dt="2026-03-27T17:33:39.334" v="59" actId="9405"/>
          <ac:inkMkLst>
            <pc:docMk/>
            <pc:sldMk cId="0" sldId="348"/>
            <ac:inkMk id="4" creationId="{FCE36FBE-0A5C-5277-C3D5-473E728136F2}"/>
          </ac:inkMkLst>
        </pc:inkChg>
        <pc:inkChg chg="add">
          <ac:chgData name="hossam alzahrani" userId="fdac2997cc5b0bfe" providerId="LiveId" clId="{F2625555-E783-4D8B-BD21-7442D78D4EED}" dt="2026-03-27T17:33:50.371" v="60" actId="9405"/>
          <ac:inkMkLst>
            <pc:docMk/>
            <pc:sldMk cId="0" sldId="348"/>
            <ac:inkMk id="5" creationId="{35FF9D1D-C3B1-BEA2-6250-50B36D0B0692}"/>
          </ac:inkMkLst>
        </pc:inkChg>
        <pc:inkChg chg="add mod">
          <ac:chgData name="hossam alzahrani" userId="fdac2997cc5b0bfe" providerId="LiveId" clId="{F2625555-E783-4D8B-BD21-7442D78D4EED}" dt="2026-03-27T17:33:52.917" v="63"/>
          <ac:inkMkLst>
            <pc:docMk/>
            <pc:sldMk cId="0" sldId="348"/>
            <ac:inkMk id="8" creationId="{C37405C5-8BFF-F3DE-6DC5-DEB51F4B5ED7}"/>
          </ac:inkMkLst>
        </pc:inkChg>
        <pc:inkChg chg="add">
          <ac:chgData name="hossam alzahrani" userId="fdac2997cc5b0bfe" providerId="LiveId" clId="{F2625555-E783-4D8B-BD21-7442D78D4EED}" dt="2026-03-27T17:33:53.925" v="64" actId="9405"/>
          <ac:inkMkLst>
            <pc:docMk/>
            <pc:sldMk cId="0" sldId="348"/>
            <ac:inkMk id="9" creationId="{342B2A7B-352A-2B13-6FAA-B9B9FD721B4D}"/>
          </ac:inkMkLst>
        </pc:inkChg>
        <pc:inkChg chg="add">
          <ac:chgData name="hossam alzahrani" userId="fdac2997cc5b0bfe" providerId="LiveId" clId="{F2625555-E783-4D8B-BD21-7442D78D4EED}" dt="2026-03-27T17:33:55.224" v="65" actId="9405"/>
          <ac:inkMkLst>
            <pc:docMk/>
            <pc:sldMk cId="0" sldId="348"/>
            <ac:inkMk id="10" creationId="{A35CD649-A3B8-2439-8DE5-4B439D36A031}"/>
          </ac:inkMkLst>
        </pc:inkChg>
        <pc:inkChg chg="add">
          <ac:chgData name="hossam alzahrani" userId="fdac2997cc5b0bfe" providerId="LiveId" clId="{F2625555-E783-4D8B-BD21-7442D78D4EED}" dt="2026-03-27T17:34:02.337" v="67"/>
          <ac:inkMkLst>
            <pc:docMk/>
            <pc:sldMk cId="0" sldId="348"/>
            <ac:inkMk id="12" creationId="{56439548-107A-88F4-4981-BA11ED37DC6B}"/>
          </ac:inkMkLst>
        </pc:inkChg>
        <pc:inkChg chg="add">
          <ac:chgData name="hossam alzahrani" userId="fdac2997cc5b0bfe" providerId="LiveId" clId="{F2625555-E783-4D8B-BD21-7442D78D4EED}" dt="2026-03-27T17:34:03.894" v="68" actId="9405"/>
          <ac:inkMkLst>
            <pc:docMk/>
            <pc:sldMk cId="0" sldId="348"/>
            <ac:inkMk id="13" creationId="{8171436C-352E-411C-FE2F-4F8B6C9ABF51}"/>
          </ac:inkMkLst>
        </pc:inkChg>
        <pc:inkChg chg="add">
          <ac:chgData name="hossam alzahrani" userId="fdac2997cc5b0bfe" providerId="LiveId" clId="{F2625555-E783-4D8B-BD21-7442D78D4EED}" dt="2026-03-27T17:34:08.253" v="69" actId="9405"/>
          <ac:inkMkLst>
            <pc:docMk/>
            <pc:sldMk cId="0" sldId="348"/>
            <ac:inkMk id="14" creationId="{6C2EDE2B-8F5D-6FAA-C235-5333A3B30A27}"/>
          </ac:inkMkLst>
        </pc:inkChg>
        <pc:inkChg chg="add">
          <ac:chgData name="hossam alzahrani" userId="fdac2997cc5b0bfe" providerId="LiveId" clId="{F2625555-E783-4D8B-BD21-7442D78D4EED}" dt="2026-03-27T17:34:10.784" v="71"/>
          <ac:inkMkLst>
            <pc:docMk/>
            <pc:sldMk cId="0" sldId="348"/>
            <ac:inkMk id="16" creationId="{E3CDB68F-15DC-5F91-808E-EB63E19355BF}"/>
          </ac:inkMkLst>
        </pc:inkChg>
        <pc:inkChg chg="add mod">
          <ac:chgData name="hossam alzahrani" userId="fdac2997cc5b0bfe" providerId="LiveId" clId="{F2625555-E783-4D8B-BD21-7442D78D4EED}" dt="2026-03-27T17:34:14.421" v="74"/>
          <ac:inkMkLst>
            <pc:docMk/>
            <pc:sldMk cId="0" sldId="348"/>
            <ac:inkMk id="18" creationId="{894D46CA-5D9E-F40C-8BD0-E018402EF1A1}"/>
          </ac:inkMkLst>
        </pc:inkChg>
        <pc:inkChg chg="add">
          <ac:chgData name="hossam alzahrani" userId="fdac2997cc5b0bfe" providerId="LiveId" clId="{F2625555-E783-4D8B-BD21-7442D78D4EED}" dt="2026-03-27T17:34:19.460" v="75" actId="9405"/>
          <ac:inkMkLst>
            <pc:docMk/>
            <pc:sldMk cId="0" sldId="348"/>
            <ac:inkMk id="19" creationId="{B5F8F37D-31C2-F340-806C-8318678A6BA0}"/>
          </ac:inkMkLst>
        </pc:inkChg>
        <pc:inkChg chg="add mod">
          <ac:chgData name="hossam alzahrani" userId="fdac2997cc5b0bfe" providerId="LiveId" clId="{F2625555-E783-4D8B-BD21-7442D78D4EED}" dt="2026-03-27T17:34:24.516" v="78"/>
          <ac:inkMkLst>
            <pc:docMk/>
            <pc:sldMk cId="0" sldId="348"/>
            <ac:inkMk id="21" creationId="{2A9FB630-F5E0-2D7B-DAD7-2BBF3562089E}"/>
          </ac:inkMkLst>
        </pc:inkChg>
        <pc:inkChg chg="add">
          <ac:chgData name="hossam alzahrani" userId="fdac2997cc5b0bfe" providerId="LiveId" clId="{F2625555-E783-4D8B-BD21-7442D78D4EED}" dt="2026-03-27T17:34:25.926" v="79" actId="9405"/>
          <ac:inkMkLst>
            <pc:docMk/>
            <pc:sldMk cId="0" sldId="348"/>
            <ac:inkMk id="22" creationId="{B7C9D19C-66C3-3C7F-34B1-ED1398662639}"/>
          </ac:inkMkLst>
        </pc:inkChg>
        <pc:inkChg chg="add">
          <ac:chgData name="hossam alzahrani" userId="fdac2997cc5b0bfe" providerId="LiveId" clId="{F2625555-E783-4D8B-BD21-7442D78D4EED}" dt="2026-03-27T17:34:28.767" v="80" actId="9405"/>
          <ac:inkMkLst>
            <pc:docMk/>
            <pc:sldMk cId="0" sldId="348"/>
            <ac:inkMk id="23" creationId="{8C23E758-DF61-664E-35BB-AE0B6AE86149}"/>
          </ac:inkMkLst>
        </pc:inkChg>
        <pc:inkChg chg="add">
          <ac:chgData name="hossam alzahrani" userId="fdac2997cc5b0bfe" providerId="LiveId" clId="{F2625555-E783-4D8B-BD21-7442D78D4EED}" dt="2026-03-27T17:34:29.710" v="81" actId="9405"/>
          <ac:inkMkLst>
            <pc:docMk/>
            <pc:sldMk cId="0" sldId="348"/>
            <ac:inkMk id="24" creationId="{0EC72C07-7821-4790-033D-E2B00255514C}"/>
          </ac:inkMkLst>
        </pc:inkChg>
        <pc:inkChg chg="add">
          <ac:chgData name="hossam alzahrani" userId="fdac2997cc5b0bfe" providerId="LiveId" clId="{F2625555-E783-4D8B-BD21-7442D78D4EED}" dt="2026-03-27T17:34:30.762" v="82" actId="9405"/>
          <ac:inkMkLst>
            <pc:docMk/>
            <pc:sldMk cId="0" sldId="348"/>
            <ac:inkMk id="25" creationId="{4E9F851B-6E55-39B4-5B50-15009AABE580}"/>
          </ac:inkMkLst>
        </pc:inkChg>
        <pc:inkChg chg="add">
          <ac:chgData name="hossam alzahrani" userId="fdac2997cc5b0bfe" providerId="LiveId" clId="{F2625555-E783-4D8B-BD21-7442D78D4EED}" dt="2026-03-27T17:34:33.615" v="83" actId="9405"/>
          <ac:inkMkLst>
            <pc:docMk/>
            <pc:sldMk cId="0" sldId="348"/>
            <ac:inkMk id="26" creationId="{2EED792A-7D53-0F1F-0940-F5F57A2EB1D9}"/>
          </ac:inkMkLst>
        </pc:inkChg>
        <pc:inkChg chg="add">
          <ac:chgData name="hossam alzahrani" userId="fdac2997cc5b0bfe" providerId="LiveId" clId="{F2625555-E783-4D8B-BD21-7442D78D4EED}" dt="2026-03-27T17:34:34.635" v="84" actId="9405"/>
          <ac:inkMkLst>
            <pc:docMk/>
            <pc:sldMk cId="0" sldId="348"/>
            <ac:inkMk id="27" creationId="{4B89D257-7191-FE0B-EF94-E4F6E5F6B07F}"/>
          </ac:inkMkLst>
        </pc:inkChg>
        <pc:inkChg chg="add mod">
          <ac:chgData name="hossam alzahrani" userId="fdac2997cc5b0bfe" providerId="LiveId" clId="{F2625555-E783-4D8B-BD21-7442D78D4EED}" dt="2026-03-27T19:04:26.487" v="182"/>
          <ac:inkMkLst>
            <pc:docMk/>
            <pc:sldMk cId="0" sldId="348"/>
            <ac:inkMk id="29" creationId="{CC99F26A-7A20-B9E2-FEB0-0A7D0AFFCA8C}"/>
          </ac:inkMkLst>
        </pc:inkChg>
        <pc:inkChg chg="add">
          <ac:chgData name="hossam alzahrani" userId="fdac2997cc5b0bfe" providerId="LiveId" clId="{F2625555-E783-4D8B-BD21-7442D78D4EED}" dt="2026-03-27T19:04:28.745" v="183" actId="9405"/>
          <ac:inkMkLst>
            <pc:docMk/>
            <pc:sldMk cId="0" sldId="348"/>
            <ac:inkMk id="30" creationId="{19324919-DF1A-CFDF-C2C4-E6D1E2A359EE}"/>
          </ac:inkMkLst>
        </pc:inkChg>
        <pc:inkChg chg="add mod">
          <ac:chgData name="hossam alzahrani" userId="fdac2997cc5b0bfe" providerId="LiveId" clId="{F2625555-E783-4D8B-BD21-7442D78D4EED}" dt="2026-03-27T19:04:31.132" v="186"/>
          <ac:inkMkLst>
            <pc:docMk/>
            <pc:sldMk cId="0" sldId="348"/>
            <ac:inkMk id="32" creationId="{175DA061-66A6-CB38-3012-1FBDF75F1FE3}"/>
          </ac:inkMkLst>
        </pc:inkChg>
        <pc:inkChg chg="add">
          <ac:chgData name="hossam alzahrani" userId="fdac2997cc5b0bfe" providerId="LiveId" clId="{F2625555-E783-4D8B-BD21-7442D78D4EED}" dt="2026-03-27T19:04:34.650" v="187" actId="9405"/>
          <ac:inkMkLst>
            <pc:docMk/>
            <pc:sldMk cId="0" sldId="348"/>
            <ac:inkMk id="33" creationId="{8BA136AB-3F46-C896-70D7-524ED3595FAF}"/>
          </ac:inkMkLst>
        </pc:inkChg>
        <pc:inkChg chg="add mod">
          <ac:chgData name="hossam alzahrani" userId="fdac2997cc5b0bfe" providerId="LiveId" clId="{F2625555-E783-4D8B-BD21-7442D78D4EED}" dt="2026-03-27T19:04:45.541" v="196"/>
          <ac:inkMkLst>
            <pc:docMk/>
            <pc:sldMk cId="0" sldId="348"/>
            <ac:inkMk id="37" creationId="{928CD5DB-936C-0BB6-01D8-D0C3FE9B2F87}"/>
          </ac:inkMkLst>
        </pc:inkChg>
        <pc:inkChg chg="add">
          <ac:chgData name="hossam alzahrani" userId="fdac2997cc5b0bfe" providerId="LiveId" clId="{F2625555-E783-4D8B-BD21-7442D78D4EED}" dt="2026-03-27T19:04:46.941" v="197" actId="9405"/>
          <ac:inkMkLst>
            <pc:docMk/>
            <pc:sldMk cId="0" sldId="348"/>
            <ac:inkMk id="38" creationId="{BF1FE7BD-54E8-1AFD-153D-CC8D4F264088}"/>
          </ac:inkMkLst>
        </pc:inkChg>
        <pc:inkChg chg="add">
          <ac:chgData name="hossam alzahrani" userId="fdac2997cc5b0bfe" providerId="LiveId" clId="{F2625555-E783-4D8B-BD21-7442D78D4EED}" dt="2026-03-27T19:04:50.963" v="200" actId="9405"/>
          <ac:inkMkLst>
            <pc:docMk/>
            <pc:sldMk cId="0" sldId="348"/>
            <ac:inkMk id="40" creationId="{49D3B7C9-8674-FEAB-9233-CA53716C2C3B}"/>
          </ac:inkMkLst>
        </pc:inkChg>
        <pc:inkChg chg="add mod">
          <ac:chgData name="hossam alzahrani" userId="fdac2997cc5b0bfe" providerId="LiveId" clId="{F2625555-E783-4D8B-BD21-7442D78D4EED}" dt="2026-03-27T19:11:04.958" v="203"/>
          <ac:inkMkLst>
            <pc:docMk/>
            <pc:sldMk cId="0" sldId="348"/>
            <ac:inkMk id="42" creationId="{27D8843E-CBCC-34F6-9D4F-13CC84AC8C41}"/>
          </ac:inkMkLst>
        </pc:inkChg>
        <pc:inkChg chg="add mod">
          <ac:chgData name="hossam alzahrani" userId="fdac2997cc5b0bfe" providerId="LiveId" clId="{F2625555-E783-4D8B-BD21-7442D78D4EED}" dt="2026-03-27T19:11:09.757" v="206"/>
          <ac:inkMkLst>
            <pc:docMk/>
            <pc:sldMk cId="0" sldId="348"/>
            <ac:inkMk id="44" creationId="{D82B9515-CDD5-D7CD-D7A5-1D5C588D7DF0}"/>
          </ac:inkMkLst>
        </pc:inkChg>
        <pc:inkChg chg="add mod">
          <ac:chgData name="hossam alzahrani" userId="fdac2997cc5b0bfe" providerId="LiveId" clId="{F2625555-E783-4D8B-BD21-7442D78D4EED}" dt="2026-03-27T19:15:59.767" v="225"/>
          <ac:inkMkLst>
            <pc:docMk/>
            <pc:sldMk cId="0" sldId="348"/>
            <ac:inkMk id="49" creationId="{0EF3C7F3-76B7-8ED4-B326-4EAF9BB51E73}"/>
          </ac:inkMkLst>
        </pc:inkChg>
        <pc:inkChg chg="add mod">
          <ac:chgData name="hossam alzahrani" userId="fdac2997cc5b0bfe" providerId="LiveId" clId="{F2625555-E783-4D8B-BD21-7442D78D4EED}" dt="2026-03-27T19:16:04.069" v="228"/>
          <ac:inkMkLst>
            <pc:docMk/>
            <pc:sldMk cId="0" sldId="348"/>
            <ac:inkMk id="51" creationId="{4B29B237-7DAF-A968-07E2-CF2B5D33506B}"/>
          </ac:inkMkLst>
        </pc:inkChg>
        <pc:inkChg chg="add del">
          <ac:chgData name="hossam alzahrani" userId="fdac2997cc5b0bfe" providerId="LiveId" clId="{F2625555-E783-4D8B-BD21-7442D78D4EED}" dt="2026-03-27T19:17:12.984" v="294"/>
          <ac:inkMkLst>
            <pc:docMk/>
            <pc:sldMk cId="0" sldId="348"/>
            <ac:inkMk id="53" creationId="{C6FC8512-C666-4E1B-FDB7-515F312C177A}"/>
          </ac:inkMkLst>
        </pc:inkChg>
        <pc:inkChg chg="add mod">
          <ac:chgData name="hossam alzahrani" userId="fdac2997cc5b0bfe" providerId="LiveId" clId="{F2625555-E783-4D8B-BD21-7442D78D4EED}" dt="2026-03-27T19:19:12.433" v="301"/>
          <ac:inkMkLst>
            <pc:docMk/>
            <pc:sldMk cId="0" sldId="348"/>
            <ac:inkMk id="56" creationId="{ED2D6ED6-4476-6FF9-CE0E-6CD500C9249E}"/>
          </ac:inkMkLst>
        </pc:inkChg>
        <pc:inkChg chg="add">
          <ac:chgData name="hossam alzahrani" userId="fdac2997cc5b0bfe" providerId="LiveId" clId="{F2625555-E783-4D8B-BD21-7442D78D4EED}" dt="2026-03-27T19:19:13.871" v="302" actId="9405"/>
          <ac:inkMkLst>
            <pc:docMk/>
            <pc:sldMk cId="0" sldId="348"/>
            <ac:inkMk id="57" creationId="{66956338-3CC1-9FC6-B14B-5B0FA33465DE}"/>
          </ac:inkMkLst>
        </pc:inkChg>
        <pc:inkChg chg="add mod">
          <ac:chgData name="hossam alzahrani" userId="fdac2997cc5b0bfe" providerId="LiveId" clId="{F2625555-E783-4D8B-BD21-7442D78D4EED}" dt="2026-03-27T19:19:22.946" v="310"/>
          <ac:inkMkLst>
            <pc:docMk/>
            <pc:sldMk cId="0" sldId="348"/>
            <ac:inkMk id="60" creationId="{7C8008AE-456E-AADE-064A-F31A20E11483}"/>
          </ac:inkMkLst>
        </pc:inkChg>
        <pc:inkChg chg="add mod">
          <ac:chgData name="hossam alzahrani" userId="fdac2997cc5b0bfe" providerId="LiveId" clId="{F2625555-E783-4D8B-BD21-7442D78D4EED}" dt="2026-03-27T19:19:22.946" v="310"/>
          <ac:inkMkLst>
            <pc:docMk/>
            <pc:sldMk cId="0" sldId="348"/>
            <ac:inkMk id="61" creationId="{38A76764-3BE5-2C96-E294-157F2B7EF3F8}"/>
          </ac:inkMkLst>
        </pc:inkChg>
        <pc:inkChg chg="add">
          <ac:chgData name="hossam alzahrani" userId="fdac2997cc5b0bfe" providerId="LiveId" clId="{F2625555-E783-4D8B-BD21-7442D78D4EED}" dt="2026-03-27T19:19:21.942" v="309" actId="9405"/>
          <ac:inkMkLst>
            <pc:docMk/>
            <pc:sldMk cId="0" sldId="348"/>
            <ac:inkMk id="62" creationId="{E0376331-676B-2E27-C043-CAF8E6D46260}"/>
          </ac:inkMkLst>
        </pc:inkChg>
      </pc:sldChg>
      <pc:sldChg chg="addSp delSp modSp mod">
        <pc:chgData name="hossam alzahrani" userId="fdac2997cc5b0bfe" providerId="LiveId" clId="{F2625555-E783-4D8B-BD21-7442D78D4EED}" dt="2026-03-28T16:30:02.794" v="749"/>
        <pc:sldMkLst>
          <pc:docMk/>
          <pc:sldMk cId="3120282235" sldId="357"/>
        </pc:sldMkLst>
        <pc:grpChg chg="mod">
          <ac:chgData name="hossam alzahrani" userId="fdac2997cc5b0bfe" providerId="LiveId" clId="{F2625555-E783-4D8B-BD21-7442D78D4EED}" dt="2026-03-28T16:30:02.794" v="749"/>
          <ac:grpSpMkLst>
            <pc:docMk/>
            <pc:sldMk cId="3120282235" sldId="357"/>
            <ac:grpSpMk id="37" creationId="{9CB0809E-D23D-07FC-0938-99F5F5BB8604}"/>
          </ac:grpSpMkLst>
        </pc:grpChg>
        <pc:inkChg chg="add">
          <ac:chgData name="hossam alzahrani" userId="fdac2997cc5b0bfe" providerId="LiveId" clId="{F2625555-E783-4D8B-BD21-7442D78D4EED}" dt="2026-03-27T21:21:03.377" v="377"/>
          <ac:inkMkLst>
            <pc:docMk/>
            <pc:sldMk cId="3120282235" sldId="357"/>
            <ac:inkMk id="5" creationId="{55328511-99B4-886B-8D09-88465B3F2CE4}"/>
          </ac:inkMkLst>
        </pc:inkChg>
        <pc:inkChg chg="add">
          <ac:chgData name="hossam alzahrani" userId="fdac2997cc5b0bfe" providerId="LiveId" clId="{F2625555-E783-4D8B-BD21-7442D78D4EED}" dt="2026-03-27T21:32:17.103" v="409" actId="9405"/>
          <ac:inkMkLst>
            <pc:docMk/>
            <pc:sldMk cId="3120282235" sldId="357"/>
            <ac:inkMk id="6" creationId="{4A9AE88E-D5A3-BA2D-5A71-DC82F862B576}"/>
          </ac:inkMkLst>
        </pc:inkChg>
        <pc:inkChg chg="add">
          <ac:chgData name="hossam alzahrani" userId="fdac2997cc5b0bfe" providerId="LiveId" clId="{F2625555-E783-4D8B-BD21-7442D78D4EED}" dt="2026-03-27T21:32:18.605" v="410" actId="9405"/>
          <ac:inkMkLst>
            <pc:docMk/>
            <pc:sldMk cId="3120282235" sldId="357"/>
            <ac:inkMk id="7" creationId="{FB679FAF-F2CE-9419-3ABC-4E533C8011F2}"/>
          </ac:inkMkLst>
        </pc:inkChg>
        <pc:inkChg chg="add">
          <ac:chgData name="hossam alzahrani" userId="fdac2997cc5b0bfe" providerId="LiveId" clId="{F2625555-E783-4D8B-BD21-7442D78D4EED}" dt="2026-03-27T21:32:19.917" v="411" actId="9405"/>
          <ac:inkMkLst>
            <pc:docMk/>
            <pc:sldMk cId="3120282235" sldId="357"/>
            <ac:inkMk id="8" creationId="{2E45D3FB-AF60-412E-5346-9715FDD26DB4}"/>
          </ac:inkMkLst>
        </pc:inkChg>
        <pc:inkChg chg="add">
          <ac:chgData name="hossam alzahrani" userId="fdac2997cc5b0bfe" providerId="LiveId" clId="{F2625555-E783-4D8B-BD21-7442D78D4EED}" dt="2026-03-27T21:32:21.725" v="412" actId="9405"/>
          <ac:inkMkLst>
            <pc:docMk/>
            <pc:sldMk cId="3120282235" sldId="357"/>
            <ac:inkMk id="9" creationId="{C44FC724-9B10-0886-F174-8C8CEF8C816F}"/>
          </ac:inkMkLst>
        </pc:inkChg>
        <pc:inkChg chg="add mod">
          <ac:chgData name="hossam alzahrani" userId="fdac2997cc5b0bfe" providerId="LiveId" clId="{F2625555-E783-4D8B-BD21-7442D78D4EED}" dt="2026-03-28T16:29:35.225" v="730"/>
          <ac:inkMkLst>
            <pc:docMk/>
            <pc:sldMk cId="3120282235" sldId="357"/>
            <ac:inkMk id="10" creationId="{6348CE05-A6A9-8E47-34DC-5F5E94DE0AE7}"/>
          </ac:inkMkLst>
        </pc:inkChg>
        <pc:inkChg chg="add mod">
          <ac:chgData name="hossam alzahrani" userId="fdac2997cc5b0bfe" providerId="LiveId" clId="{F2625555-E783-4D8B-BD21-7442D78D4EED}" dt="2026-03-27T21:32:26.643" v="415"/>
          <ac:inkMkLst>
            <pc:docMk/>
            <pc:sldMk cId="3120282235" sldId="357"/>
            <ac:inkMk id="11" creationId="{087DCCD1-E0B1-02C6-0BE0-4D1F92470A3F}"/>
          </ac:inkMkLst>
        </pc:inkChg>
        <pc:inkChg chg="add">
          <ac:chgData name="hossam alzahrani" userId="fdac2997cc5b0bfe" providerId="LiveId" clId="{F2625555-E783-4D8B-BD21-7442D78D4EED}" dt="2026-03-27T21:32:27.962" v="416" actId="9405"/>
          <ac:inkMkLst>
            <pc:docMk/>
            <pc:sldMk cId="3120282235" sldId="357"/>
            <ac:inkMk id="12" creationId="{A5DCCE1D-5551-E19E-B9BC-F12E8DC590ED}"/>
          </ac:inkMkLst>
        </pc:inkChg>
        <pc:inkChg chg="add mod">
          <ac:chgData name="hossam alzahrani" userId="fdac2997cc5b0bfe" providerId="LiveId" clId="{F2625555-E783-4D8B-BD21-7442D78D4EED}" dt="2026-03-27T21:32:31.643" v="419"/>
          <ac:inkMkLst>
            <pc:docMk/>
            <pc:sldMk cId="3120282235" sldId="357"/>
            <ac:inkMk id="14" creationId="{CEAAAA07-0423-9E9E-92E3-B143D32289B8}"/>
          </ac:inkMkLst>
        </pc:inkChg>
        <pc:inkChg chg="add mod">
          <ac:chgData name="hossam alzahrani" userId="fdac2997cc5b0bfe" providerId="LiveId" clId="{F2625555-E783-4D8B-BD21-7442D78D4EED}" dt="2026-03-28T16:29:45.414" v="733"/>
          <ac:inkMkLst>
            <pc:docMk/>
            <pc:sldMk cId="3120282235" sldId="357"/>
            <ac:inkMk id="15" creationId="{92EE6282-A214-0F2E-2035-3C54D57F4008}"/>
          </ac:inkMkLst>
        </pc:inkChg>
        <pc:inkChg chg="add mod">
          <ac:chgData name="hossam alzahrani" userId="fdac2997cc5b0bfe" providerId="LiveId" clId="{F2625555-E783-4D8B-BD21-7442D78D4EED}" dt="2026-03-27T21:32:34.807" v="422"/>
          <ac:inkMkLst>
            <pc:docMk/>
            <pc:sldMk cId="3120282235" sldId="357"/>
            <ac:inkMk id="16" creationId="{7894BD54-9345-AACB-0E3A-4D09F780D6CE}"/>
          </ac:inkMkLst>
        </pc:inkChg>
        <pc:inkChg chg="add mod">
          <ac:chgData name="hossam alzahrani" userId="fdac2997cc5b0bfe" providerId="LiveId" clId="{F2625555-E783-4D8B-BD21-7442D78D4EED}" dt="2026-03-27T21:32:39.546" v="425"/>
          <ac:inkMkLst>
            <pc:docMk/>
            <pc:sldMk cId="3120282235" sldId="357"/>
            <ac:inkMk id="18" creationId="{4273C420-D0ED-CA17-4A5A-2889DDCF1ED2}"/>
          </ac:inkMkLst>
        </pc:inkChg>
        <pc:inkChg chg="add">
          <ac:chgData name="hossam alzahrani" userId="fdac2997cc5b0bfe" providerId="LiveId" clId="{F2625555-E783-4D8B-BD21-7442D78D4EED}" dt="2026-03-27T21:32:41.326" v="426" actId="9405"/>
          <ac:inkMkLst>
            <pc:docMk/>
            <pc:sldMk cId="3120282235" sldId="357"/>
            <ac:inkMk id="19" creationId="{6A9A2A6C-DAB1-8DF4-AAB4-933EAB03FDAA}"/>
          </ac:inkMkLst>
        </pc:inkChg>
        <pc:inkChg chg="add">
          <ac:chgData name="hossam alzahrani" userId="fdac2997cc5b0bfe" providerId="LiveId" clId="{F2625555-E783-4D8B-BD21-7442D78D4EED}" dt="2026-03-27T21:32:43.026" v="427" actId="9405"/>
          <ac:inkMkLst>
            <pc:docMk/>
            <pc:sldMk cId="3120282235" sldId="357"/>
            <ac:inkMk id="20" creationId="{BFB9FECF-09B7-A18F-6B97-6961EF5BF8A2}"/>
          </ac:inkMkLst>
        </pc:inkChg>
        <pc:inkChg chg="add">
          <ac:chgData name="hossam alzahrani" userId="fdac2997cc5b0bfe" providerId="LiveId" clId="{F2625555-E783-4D8B-BD21-7442D78D4EED}" dt="2026-03-27T21:32:44.169" v="428" actId="9405"/>
          <ac:inkMkLst>
            <pc:docMk/>
            <pc:sldMk cId="3120282235" sldId="357"/>
            <ac:inkMk id="21" creationId="{94494E47-9441-5334-4F93-874F452769CE}"/>
          </ac:inkMkLst>
        </pc:inkChg>
        <pc:inkChg chg="add">
          <ac:chgData name="hossam alzahrani" userId="fdac2997cc5b0bfe" providerId="LiveId" clId="{F2625555-E783-4D8B-BD21-7442D78D4EED}" dt="2026-03-27T21:32:46.890" v="429" actId="9405"/>
          <ac:inkMkLst>
            <pc:docMk/>
            <pc:sldMk cId="3120282235" sldId="357"/>
            <ac:inkMk id="22" creationId="{71F02EA0-1E87-B71B-48EA-6E1EF5049A76}"/>
          </ac:inkMkLst>
        </pc:inkChg>
        <pc:inkChg chg="add">
          <ac:chgData name="hossam alzahrani" userId="fdac2997cc5b0bfe" providerId="LiveId" clId="{F2625555-E783-4D8B-BD21-7442D78D4EED}" dt="2026-03-27T21:32:48.466" v="430" actId="9405"/>
          <ac:inkMkLst>
            <pc:docMk/>
            <pc:sldMk cId="3120282235" sldId="357"/>
            <ac:inkMk id="23" creationId="{6CDDBE56-3C69-094B-4551-8A3C6D0E9C24}"/>
          </ac:inkMkLst>
        </pc:inkChg>
        <pc:inkChg chg="add mod">
          <ac:chgData name="hossam alzahrani" userId="fdac2997cc5b0bfe" providerId="LiveId" clId="{F2625555-E783-4D8B-BD21-7442D78D4EED}" dt="2026-03-28T16:29:47.806" v="736"/>
          <ac:inkMkLst>
            <pc:docMk/>
            <pc:sldMk cId="3120282235" sldId="357"/>
            <ac:inkMk id="24" creationId="{7D26BF89-4E7B-DC6D-4C9C-A61E97BCD9EF}"/>
          </ac:inkMkLst>
        </pc:inkChg>
        <pc:inkChg chg="add">
          <ac:chgData name="hossam alzahrani" userId="fdac2997cc5b0bfe" providerId="LiveId" clId="{F2625555-E783-4D8B-BD21-7442D78D4EED}" dt="2026-03-27T21:32:50.695" v="432"/>
          <ac:inkMkLst>
            <pc:docMk/>
            <pc:sldMk cId="3120282235" sldId="357"/>
            <ac:inkMk id="25" creationId="{3DC34B5D-24CD-675A-23A4-DF7237C29557}"/>
          </ac:inkMkLst>
        </pc:inkChg>
        <pc:inkChg chg="add">
          <ac:chgData name="hossam alzahrani" userId="fdac2997cc5b0bfe" providerId="LiveId" clId="{F2625555-E783-4D8B-BD21-7442D78D4EED}" dt="2026-03-27T21:32:52.346" v="433" actId="9405"/>
          <ac:inkMkLst>
            <pc:docMk/>
            <pc:sldMk cId="3120282235" sldId="357"/>
            <ac:inkMk id="26" creationId="{57C04030-2406-2C89-6552-EB50F95F68FA}"/>
          </ac:inkMkLst>
        </pc:inkChg>
        <pc:inkChg chg="add">
          <ac:chgData name="hossam alzahrani" userId="fdac2997cc5b0bfe" providerId="LiveId" clId="{F2625555-E783-4D8B-BD21-7442D78D4EED}" dt="2026-03-27T21:32:53.056" v="434" actId="9405"/>
          <ac:inkMkLst>
            <pc:docMk/>
            <pc:sldMk cId="3120282235" sldId="357"/>
            <ac:inkMk id="27" creationId="{433C3D88-DC0B-95EA-BAD8-105B31BE7EC4}"/>
          </ac:inkMkLst>
        </pc:inkChg>
        <pc:inkChg chg="add mod">
          <ac:chgData name="hossam alzahrani" userId="fdac2997cc5b0bfe" providerId="LiveId" clId="{F2625555-E783-4D8B-BD21-7442D78D4EED}" dt="2026-03-28T16:29:50.212" v="739"/>
          <ac:inkMkLst>
            <pc:docMk/>
            <pc:sldMk cId="3120282235" sldId="357"/>
            <ac:inkMk id="29" creationId="{2DEEE763-9132-8AD8-EBAB-04C4DD7292C7}"/>
          </ac:inkMkLst>
        </pc:inkChg>
        <pc:inkChg chg="add mod">
          <ac:chgData name="hossam alzahrani" userId="fdac2997cc5b0bfe" providerId="LiveId" clId="{F2625555-E783-4D8B-BD21-7442D78D4EED}" dt="2026-03-28T16:29:52.478" v="742"/>
          <ac:inkMkLst>
            <pc:docMk/>
            <pc:sldMk cId="3120282235" sldId="357"/>
            <ac:inkMk id="31" creationId="{E7F9F727-D1D6-EFD4-E28F-C7D047B688C1}"/>
          </ac:inkMkLst>
        </pc:inkChg>
        <pc:inkChg chg="add mod">
          <ac:chgData name="hossam alzahrani" userId="fdac2997cc5b0bfe" providerId="LiveId" clId="{F2625555-E783-4D8B-BD21-7442D78D4EED}" dt="2026-03-28T16:29:56.395" v="745"/>
          <ac:inkMkLst>
            <pc:docMk/>
            <pc:sldMk cId="3120282235" sldId="357"/>
            <ac:inkMk id="33" creationId="{C1F8BAAA-312A-05CE-5376-F947E7D815AC}"/>
          </ac:inkMkLst>
        </pc:inkChg>
        <pc:inkChg chg="add">
          <ac:chgData name="hossam alzahrani" userId="fdac2997cc5b0bfe" providerId="LiveId" clId="{F2625555-E783-4D8B-BD21-7442D78D4EED}" dt="2026-03-28T16:29:57.563" v="746" actId="9405"/>
          <ac:inkMkLst>
            <pc:docMk/>
            <pc:sldMk cId="3120282235" sldId="357"/>
            <ac:inkMk id="34" creationId="{8280BB1B-AE4A-D107-6393-288FC2B12280}"/>
          </ac:inkMkLst>
        </pc:inkChg>
        <pc:inkChg chg="add mod">
          <ac:chgData name="hossam alzahrani" userId="fdac2997cc5b0bfe" providerId="LiveId" clId="{F2625555-E783-4D8B-BD21-7442D78D4EED}" dt="2026-03-28T16:30:02.794" v="749"/>
          <ac:inkMkLst>
            <pc:docMk/>
            <pc:sldMk cId="3120282235" sldId="357"/>
            <ac:inkMk id="35" creationId="{2A9FD650-8C3C-BDD1-16DC-BC63A8CA3D03}"/>
          </ac:inkMkLst>
        </pc:inkChg>
        <pc:inkChg chg="add mod">
          <ac:chgData name="hossam alzahrani" userId="fdac2997cc5b0bfe" providerId="LiveId" clId="{F2625555-E783-4D8B-BD21-7442D78D4EED}" dt="2026-03-28T16:30:02.794" v="749"/>
          <ac:inkMkLst>
            <pc:docMk/>
            <pc:sldMk cId="3120282235" sldId="357"/>
            <ac:inkMk id="36" creationId="{7E495358-58E7-44BB-D1A4-89B36754FA8C}"/>
          </ac:inkMkLst>
        </pc:inkChg>
      </pc:sldChg>
      <pc:sldChg chg="addSp delSp modSp mod">
        <pc:chgData name="hossam alzahrani" userId="fdac2997cc5b0bfe" providerId="LiveId" clId="{F2625555-E783-4D8B-BD21-7442D78D4EED}" dt="2026-03-27T21:19:24.580" v="372" actId="9405"/>
        <pc:sldMkLst>
          <pc:docMk/>
          <pc:sldMk cId="1025737971" sldId="358"/>
        </pc:sldMkLst>
        <pc:inkChg chg="add">
          <ac:chgData name="hossam alzahrani" userId="fdac2997cc5b0bfe" providerId="LiveId" clId="{F2625555-E783-4D8B-BD21-7442D78D4EED}" dt="2026-03-27T17:42:53.973" v="147" actId="9405"/>
          <ac:inkMkLst>
            <pc:docMk/>
            <pc:sldMk cId="1025737971" sldId="358"/>
            <ac:inkMk id="4" creationId="{D697FF00-9063-F62D-3D05-C8C7180B1164}"/>
          </ac:inkMkLst>
        </pc:inkChg>
        <pc:inkChg chg="add">
          <ac:chgData name="hossam alzahrani" userId="fdac2997cc5b0bfe" providerId="LiveId" clId="{F2625555-E783-4D8B-BD21-7442D78D4EED}" dt="2026-03-27T17:42:59.284" v="148" actId="9405"/>
          <ac:inkMkLst>
            <pc:docMk/>
            <pc:sldMk cId="1025737971" sldId="358"/>
            <ac:inkMk id="5" creationId="{F5139C7F-AB75-2153-5C9C-CAB0AEF43113}"/>
          </ac:inkMkLst>
        </pc:inkChg>
        <pc:inkChg chg="add">
          <ac:chgData name="hossam alzahrani" userId="fdac2997cc5b0bfe" providerId="LiveId" clId="{F2625555-E783-4D8B-BD21-7442D78D4EED}" dt="2026-03-27T17:43:00.631" v="149" actId="9405"/>
          <ac:inkMkLst>
            <pc:docMk/>
            <pc:sldMk cId="1025737971" sldId="358"/>
            <ac:inkMk id="6" creationId="{CCA4413B-4EF4-B080-D58C-F2EB10EE23F2}"/>
          </ac:inkMkLst>
        </pc:inkChg>
        <pc:inkChg chg="add mod">
          <ac:chgData name="hossam alzahrani" userId="fdac2997cc5b0bfe" providerId="LiveId" clId="{F2625555-E783-4D8B-BD21-7442D78D4EED}" dt="2026-03-27T17:43:06.601" v="152"/>
          <ac:inkMkLst>
            <pc:docMk/>
            <pc:sldMk cId="1025737971" sldId="358"/>
            <ac:inkMk id="8" creationId="{CEDD1FB8-3AB6-801C-99C5-743725180542}"/>
          </ac:inkMkLst>
        </pc:inkChg>
        <pc:inkChg chg="add mod">
          <ac:chgData name="hossam alzahrani" userId="fdac2997cc5b0bfe" providerId="LiveId" clId="{F2625555-E783-4D8B-BD21-7442D78D4EED}" dt="2026-03-27T17:43:21.176" v="155"/>
          <ac:inkMkLst>
            <pc:docMk/>
            <pc:sldMk cId="1025737971" sldId="358"/>
            <ac:inkMk id="10" creationId="{08DA59E4-2E37-F89A-E8ED-F854F0DC1BB6}"/>
          </ac:inkMkLst>
        </pc:inkChg>
        <pc:inkChg chg="add mod">
          <ac:chgData name="hossam alzahrani" userId="fdac2997cc5b0bfe" providerId="LiveId" clId="{F2625555-E783-4D8B-BD21-7442D78D4EED}" dt="2026-03-27T17:43:23.371" v="158"/>
          <ac:inkMkLst>
            <pc:docMk/>
            <pc:sldMk cId="1025737971" sldId="358"/>
            <ac:inkMk id="12" creationId="{A3EF1A47-6DD7-0548-71B2-FBD915BF20F0}"/>
          </ac:inkMkLst>
        </pc:inkChg>
        <pc:inkChg chg="add mod">
          <ac:chgData name="hossam alzahrani" userId="fdac2997cc5b0bfe" providerId="LiveId" clId="{F2625555-E783-4D8B-BD21-7442D78D4EED}" dt="2026-03-27T17:43:27.546" v="161"/>
          <ac:inkMkLst>
            <pc:docMk/>
            <pc:sldMk cId="1025737971" sldId="358"/>
            <ac:inkMk id="14" creationId="{F22CD4C3-D10A-F79A-371C-3E6D653DD58B}"/>
          </ac:inkMkLst>
        </pc:inkChg>
        <pc:inkChg chg="add">
          <ac:chgData name="hossam alzahrani" userId="fdac2997cc5b0bfe" providerId="LiveId" clId="{F2625555-E783-4D8B-BD21-7442D78D4EED}" dt="2026-03-27T17:43:28.496" v="162" actId="9405"/>
          <ac:inkMkLst>
            <pc:docMk/>
            <pc:sldMk cId="1025737971" sldId="358"/>
            <ac:inkMk id="15" creationId="{C8181151-6D83-8714-0B82-C7369FA6805E}"/>
          </ac:inkMkLst>
        </pc:inkChg>
        <pc:inkChg chg="add mod">
          <ac:chgData name="hossam alzahrani" userId="fdac2997cc5b0bfe" providerId="LiveId" clId="{F2625555-E783-4D8B-BD21-7442D78D4EED}" dt="2026-03-27T17:43:38.235" v="165"/>
          <ac:inkMkLst>
            <pc:docMk/>
            <pc:sldMk cId="1025737971" sldId="358"/>
            <ac:inkMk id="17" creationId="{053AED08-F641-8436-32C6-94633CA2C44D}"/>
          </ac:inkMkLst>
        </pc:inkChg>
        <pc:inkChg chg="add mod">
          <ac:chgData name="hossam alzahrani" userId="fdac2997cc5b0bfe" providerId="LiveId" clId="{F2625555-E783-4D8B-BD21-7442D78D4EED}" dt="2026-03-27T17:43:41.718" v="168"/>
          <ac:inkMkLst>
            <pc:docMk/>
            <pc:sldMk cId="1025737971" sldId="358"/>
            <ac:inkMk id="19" creationId="{DB0FC685-86AA-380E-1DDF-C3D1C5BD2086}"/>
          </ac:inkMkLst>
        </pc:inkChg>
        <pc:inkChg chg="add mod">
          <ac:chgData name="hossam alzahrani" userId="fdac2997cc5b0bfe" providerId="LiveId" clId="{F2625555-E783-4D8B-BD21-7442D78D4EED}" dt="2026-03-27T17:43:54.115" v="171"/>
          <ac:inkMkLst>
            <pc:docMk/>
            <pc:sldMk cId="1025737971" sldId="358"/>
            <ac:inkMk id="21" creationId="{6EC74829-FDD8-FA7C-C1A8-6650ACD36F82}"/>
          </ac:inkMkLst>
        </pc:inkChg>
        <pc:inkChg chg="add">
          <ac:chgData name="hossam alzahrani" userId="fdac2997cc5b0bfe" providerId="LiveId" clId="{F2625555-E783-4D8B-BD21-7442D78D4EED}" dt="2026-03-27T17:43:55.678" v="172" actId="9405"/>
          <ac:inkMkLst>
            <pc:docMk/>
            <pc:sldMk cId="1025737971" sldId="358"/>
            <ac:inkMk id="22" creationId="{E8939EBD-287E-66BF-0F4C-F145C973EF4D}"/>
          </ac:inkMkLst>
        </pc:inkChg>
        <pc:inkChg chg="add mod">
          <ac:chgData name="hossam alzahrani" userId="fdac2997cc5b0bfe" providerId="LiveId" clId="{F2625555-E783-4D8B-BD21-7442D78D4EED}" dt="2026-03-27T20:04:37.852" v="328"/>
          <ac:inkMkLst>
            <pc:docMk/>
            <pc:sldMk cId="1025737971" sldId="358"/>
            <ac:inkMk id="24" creationId="{DF05C628-79E9-D338-72C1-7DA1D47FDEE2}"/>
          </ac:inkMkLst>
        </pc:inkChg>
        <pc:inkChg chg="add">
          <ac:chgData name="hossam alzahrani" userId="fdac2997cc5b0bfe" providerId="LiveId" clId="{F2625555-E783-4D8B-BD21-7442D78D4EED}" dt="2026-03-27T20:04:39.257" v="329" actId="9405"/>
          <ac:inkMkLst>
            <pc:docMk/>
            <pc:sldMk cId="1025737971" sldId="358"/>
            <ac:inkMk id="25" creationId="{576CD8A5-1D5D-1453-1C98-99A6DF63AFF7}"/>
          </ac:inkMkLst>
        </pc:inkChg>
        <pc:inkChg chg="add">
          <ac:chgData name="hossam alzahrani" userId="fdac2997cc5b0bfe" providerId="LiveId" clId="{F2625555-E783-4D8B-BD21-7442D78D4EED}" dt="2026-03-27T20:04:40.327" v="330" actId="9405"/>
          <ac:inkMkLst>
            <pc:docMk/>
            <pc:sldMk cId="1025737971" sldId="358"/>
            <ac:inkMk id="26" creationId="{7BB439A1-EE5D-3D0A-62F2-81B9F0F8C4F6}"/>
          </ac:inkMkLst>
        </pc:inkChg>
        <pc:inkChg chg="add mod">
          <ac:chgData name="hossam alzahrani" userId="fdac2997cc5b0bfe" providerId="LiveId" clId="{F2625555-E783-4D8B-BD21-7442D78D4EED}" dt="2026-03-27T20:04:48.396" v="339"/>
          <ac:inkMkLst>
            <pc:docMk/>
            <pc:sldMk cId="1025737971" sldId="358"/>
            <ac:inkMk id="30" creationId="{BD8147FD-6949-6B16-FAC9-4316ED5D77AD}"/>
          </ac:inkMkLst>
        </pc:inkChg>
        <pc:inkChg chg="add">
          <ac:chgData name="hossam alzahrani" userId="fdac2997cc5b0bfe" providerId="LiveId" clId="{F2625555-E783-4D8B-BD21-7442D78D4EED}" dt="2026-03-27T20:04:50.414" v="342" actId="9405"/>
          <ac:inkMkLst>
            <pc:docMk/>
            <pc:sldMk cId="1025737971" sldId="358"/>
            <ac:inkMk id="32" creationId="{A8FE060D-CF83-09DA-AC26-906081FE78CB}"/>
          </ac:inkMkLst>
        </pc:inkChg>
        <pc:inkChg chg="add">
          <ac:chgData name="hossam alzahrani" userId="fdac2997cc5b0bfe" providerId="LiveId" clId="{F2625555-E783-4D8B-BD21-7442D78D4EED}" dt="2026-03-27T20:42:05.255" v="343" actId="9405"/>
          <ac:inkMkLst>
            <pc:docMk/>
            <pc:sldMk cId="1025737971" sldId="358"/>
            <ac:inkMk id="33" creationId="{17B8CA12-C8C2-8858-C26D-8504EFD85618}"/>
          </ac:inkMkLst>
        </pc:inkChg>
        <pc:inkChg chg="add">
          <ac:chgData name="hossam alzahrani" userId="fdac2997cc5b0bfe" providerId="LiveId" clId="{F2625555-E783-4D8B-BD21-7442D78D4EED}" dt="2026-03-27T21:03:37.487" v="344" actId="9405"/>
          <ac:inkMkLst>
            <pc:docMk/>
            <pc:sldMk cId="1025737971" sldId="358"/>
            <ac:inkMk id="34" creationId="{78006746-E782-F569-A732-D970C365C7F2}"/>
          </ac:inkMkLst>
        </pc:inkChg>
        <pc:inkChg chg="add mod">
          <ac:chgData name="hossam alzahrani" userId="fdac2997cc5b0bfe" providerId="LiveId" clId="{F2625555-E783-4D8B-BD21-7442D78D4EED}" dt="2026-03-27T21:03:39.750" v="347"/>
          <ac:inkMkLst>
            <pc:docMk/>
            <pc:sldMk cId="1025737971" sldId="358"/>
            <ac:inkMk id="36" creationId="{A93C8726-8830-6C71-A7C2-78706AF70F49}"/>
          </ac:inkMkLst>
        </pc:inkChg>
        <pc:inkChg chg="add">
          <ac:chgData name="hossam alzahrani" userId="fdac2997cc5b0bfe" providerId="LiveId" clId="{F2625555-E783-4D8B-BD21-7442D78D4EED}" dt="2026-03-27T21:03:40.578" v="348" actId="9405"/>
          <ac:inkMkLst>
            <pc:docMk/>
            <pc:sldMk cId="1025737971" sldId="358"/>
            <ac:inkMk id="37" creationId="{2392D48B-D5D3-3917-89F5-89044F28CB9D}"/>
          </ac:inkMkLst>
        </pc:inkChg>
        <pc:inkChg chg="add mod">
          <ac:chgData name="hossam alzahrani" userId="fdac2997cc5b0bfe" providerId="LiveId" clId="{F2625555-E783-4D8B-BD21-7442D78D4EED}" dt="2026-03-27T21:03:44.276" v="351"/>
          <ac:inkMkLst>
            <pc:docMk/>
            <pc:sldMk cId="1025737971" sldId="358"/>
            <ac:inkMk id="39" creationId="{0893BB47-14F0-1641-5441-D4E3B759516E}"/>
          </ac:inkMkLst>
        </pc:inkChg>
        <pc:inkChg chg="add">
          <ac:chgData name="hossam alzahrani" userId="fdac2997cc5b0bfe" providerId="LiveId" clId="{F2625555-E783-4D8B-BD21-7442D78D4EED}" dt="2026-03-27T21:18:54.418" v="359"/>
          <ac:inkMkLst>
            <pc:docMk/>
            <pc:sldMk cId="1025737971" sldId="358"/>
            <ac:inkMk id="43" creationId="{CCE95C9C-6951-DDAD-FF83-578F980C13D8}"/>
          </ac:inkMkLst>
        </pc:inkChg>
        <pc:inkChg chg="add mod">
          <ac:chgData name="hossam alzahrani" userId="fdac2997cc5b0bfe" providerId="LiveId" clId="{F2625555-E783-4D8B-BD21-7442D78D4EED}" dt="2026-03-27T21:18:56.569" v="362"/>
          <ac:inkMkLst>
            <pc:docMk/>
            <pc:sldMk cId="1025737971" sldId="358"/>
            <ac:inkMk id="45" creationId="{D8ECA772-F6E5-5762-459A-7D727ED50F7C}"/>
          </ac:inkMkLst>
        </pc:inkChg>
        <pc:inkChg chg="add mod">
          <ac:chgData name="hossam alzahrani" userId="fdac2997cc5b0bfe" providerId="LiveId" clId="{F2625555-E783-4D8B-BD21-7442D78D4EED}" dt="2026-03-27T21:19:17.006" v="365"/>
          <ac:inkMkLst>
            <pc:docMk/>
            <pc:sldMk cId="1025737971" sldId="358"/>
            <ac:inkMk id="47" creationId="{3483583B-0D46-894D-D785-C19BFA0A94EB}"/>
          </ac:inkMkLst>
        </pc:inkChg>
        <pc:inkChg chg="add mod">
          <ac:chgData name="hossam alzahrani" userId="fdac2997cc5b0bfe" providerId="LiveId" clId="{F2625555-E783-4D8B-BD21-7442D78D4EED}" dt="2026-03-27T21:19:22.174" v="370"/>
          <ac:inkMkLst>
            <pc:docMk/>
            <pc:sldMk cId="1025737971" sldId="358"/>
            <ac:inkMk id="48" creationId="{E2469A91-5E37-C353-C3BC-92C2198BAAA8}"/>
          </ac:inkMkLst>
        </pc:inkChg>
        <pc:inkChg chg="add">
          <ac:chgData name="hossam alzahrani" userId="fdac2997cc5b0bfe" providerId="LiveId" clId="{F2625555-E783-4D8B-BD21-7442D78D4EED}" dt="2026-03-27T21:19:23.529" v="371" actId="9405"/>
          <ac:inkMkLst>
            <pc:docMk/>
            <pc:sldMk cId="1025737971" sldId="358"/>
            <ac:inkMk id="51" creationId="{7108EFC2-71CE-9DAC-1408-96F4B3E02397}"/>
          </ac:inkMkLst>
        </pc:inkChg>
        <pc:inkChg chg="add">
          <ac:chgData name="hossam alzahrani" userId="fdac2997cc5b0bfe" providerId="LiveId" clId="{F2625555-E783-4D8B-BD21-7442D78D4EED}" dt="2026-03-27T21:19:24.580" v="372" actId="9405"/>
          <ac:inkMkLst>
            <pc:docMk/>
            <pc:sldMk cId="1025737971" sldId="358"/>
            <ac:inkMk id="52" creationId="{370FD107-3E2C-679B-BD44-3FDCAFBC172C}"/>
          </ac:inkMkLst>
        </pc:inkChg>
      </pc:sldChg>
      <pc:sldChg chg="addSp modSp mod">
        <pc:chgData name="hossam alzahrani" userId="fdac2997cc5b0bfe" providerId="LiveId" clId="{F2625555-E783-4D8B-BD21-7442D78D4EED}" dt="2026-03-27T22:29:13.035" v="563"/>
        <pc:sldMkLst>
          <pc:docMk/>
          <pc:sldMk cId="3541719363" sldId="359"/>
        </pc:sldMkLst>
        <pc:grpChg chg="mod">
          <ac:chgData name="hossam alzahrani" userId="fdac2997cc5b0bfe" providerId="LiveId" clId="{F2625555-E783-4D8B-BD21-7442D78D4EED}" dt="2026-03-27T22:29:13.035" v="563"/>
          <ac:grpSpMkLst>
            <pc:docMk/>
            <pc:sldMk cId="3541719363" sldId="359"/>
            <ac:grpSpMk id="24" creationId="{0E062CDA-A69E-200C-0B90-AC68444A8CD2}"/>
          </ac:grpSpMkLst>
        </pc:grpChg>
        <pc:inkChg chg="add">
          <ac:chgData name="hossam alzahrani" userId="fdac2997cc5b0bfe" providerId="LiveId" clId="{F2625555-E783-4D8B-BD21-7442D78D4EED}" dt="2026-03-27T22:28:59.059" v="543" actId="9405"/>
          <ac:inkMkLst>
            <pc:docMk/>
            <pc:sldMk cId="3541719363" sldId="359"/>
            <ac:inkMk id="3" creationId="{D09498FE-A357-F35C-273C-A751A84EB5C3}"/>
          </ac:inkMkLst>
        </pc:inkChg>
        <pc:inkChg chg="add">
          <ac:chgData name="hossam alzahrani" userId="fdac2997cc5b0bfe" providerId="LiveId" clId="{F2625555-E783-4D8B-BD21-7442D78D4EED}" dt="2026-03-27T22:28:59.369" v="544" actId="9405"/>
          <ac:inkMkLst>
            <pc:docMk/>
            <pc:sldMk cId="3541719363" sldId="359"/>
            <ac:inkMk id="4" creationId="{962ACE67-6797-E16B-DAA5-54BB383805C7}"/>
          </ac:inkMkLst>
        </pc:inkChg>
        <pc:inkChg chg="add">
          <ac:chgData name="hossam alzahrani" userId="fdac2997cc5b0bfe" providerId="LiveId" clId="{F2625555-E783-4D8B-BD21-7442D78D4EED}" dt="2026-03-27T22:28:59.846" v="545" actId="9405"/>
          <ac:inkMkLst>
            <pc:docMk/>
            <pc:sldMk cId="3541719363" sldId="359"/>
            <ac:inkMk id="6" creationId="{10C809DF-26E5-2E9A-1F7A-851BE911FF8C}"/>
          </ac:inkMkLst>
        </pc:inkChg>
        <pc:inkChg chg="add">
          <ac:chgData name="hossam alzahrani" userId="fdac2997cc5b0bfe" providerId="LiveId" clId="{F2625555-E783-4D8B-BD21-7442D78D4EED}" dt="2026-03-27T22:29:00.139" v="546" actId="9405"/>
          <ac:inkMkLst>
            <pc:docMk/>
            <pc:sldMk cId="3541719363" sldId="359"/>
            <ac:inkMk id="7" creationId="{AB9B23F0-9013-AA37-8E5F-781EF71DE48C}"/>
          </ac:inkMkLst>
        </pc:inkChg>
        <pc:inkChg chg="add mod">
          <ac:chgData name="hossam alzahrani" userId="fdac2997cc5b0bfe" providerId="LiveId" clId="{F2625555-E783-4D8B-BD21-7442D78D4EED}" dt="2026-03-27T22:29:13.035" v="563"/>
          <ac:inkMkLst>
            <pc:docMk/>
            <pc:sldMk cId="3541719363" sldId="359"/>
            <ac:inkMk id="8" creationId="{B157CB49-C44F-AC57-BA19-846B8C73842F}"/>
          </ac:inkMkLst>
        </pc:inkChg>
        <pc:inkChg chg="add">
          <ac:chgData name="hossam alzahrani" userId="fdac2997cc5b0bfe" providerId="LiveId" clId="{F2625555-E783-4D8B-BD21-7442D78D4EED}" dt="2026-03-27T22:29:02.657" v="548" actId="9405"/>
          <ac:inkMkLst>
            <pc:docMk/>
            <pc:sldMk cId="3541719363" sldId="359"/>
            <ac:inkMk id="9" creationId="{83ED57C8-B143-2713-F46A-AC5E74887D9B}"/>
          </ac:inkMkLst>
        </pc:inkChg>
        <pc:inkChg chg="add mod">
          <ac:chgData name="hossam alzahrani" userId="fdac2997cc5b0bfe" providerId="LiveId" clId="{F2625555-E783-4D8B-BD21-7442D78D4EED}" dt="2026-03-27T22:29:13.035" v="563"/>
          <ac:inkMkLst>
            <pc:docMk/>
            <pc:sldMk cId="3541719363" sldId="359"/>
            <ac:inkMk id="10" creationId="{B1DADAC9-B331-A9BA-D8B1-840B60F90BB0}"/>
          </ac:inkMkLst>
        </pc:inkChg>
        <pc:inkChg chg="add mod">
          <ac:chgData name="hossam alzahrani" userId="fdac2997cc5b0bfe" providerId="LiveId" clId="{F2625555-E783-4D8B-BD21-7442D78D4EED}" dt="2026-03-27T22:29:13.035" v="563"/>
          <ac:inkMkLst>
            <pc:docMk/>
            <pc:sldMk cId="3541719363" sldId="359"/>
            <ac:inkMk id="11" creationId="{0A32B244-750F-38DB-12ED-7CEBFA87548A}"/>
          </ac:inkMkLst>
        </pc:inkChg>
        <pc:inkChg chg="add mod">
          <ac:chgData name="hossam alzahrani" userId="fdac2997cc5b0bfe" providerId="LiveId" clId="{F2625555-E783-4D8B-BD21-7442D78D4EED}" dt="2026-03-27T22:29:13.035" v="563"/>
          <ac:inkMkLst>
            <pc:docMk/>
            <pc:sldMk cId="3541719363" sldId="359"/>
            <ac:inkMk id="12" creationId="{8EC04315-8489-75AA-3AE9-CC27FFD4B348}"/>
          </ac:inkMkLst>
        </pc:inkChg>
        <pc:inkChg chg="add">
          <ac:chgData name="hossam alzahrani" userId="fdac2997cc5b0bfe" providerId="LiveId" clId="{F2625555-E783-4D8B-BD21-7442D78D4EED}" dt="2026-03-27T22:29:05.178" v="552" actId="9405"/>
          <ac:inkMkLst>
            <pc:docMk/>
            <pc:sldMk cId="3541719363" sldId="359"/>
            <ac:inkMk id="13" creationId="{1054B56F-D58F-1A6C-CCD5-C4337AFD3A87}"/>
          </ac:inkMkLst>
        </pc:inkChg>
        <pc:inkChg chg="add mod">
          <ac:chgData name="hossam alzahrani" userId="fdac2997cc5b0bfe" providerId="LiveId" clId="{F2625555-E783-4D8B-BD21-7442D78D4EED}" dt="2026-03-27T22:29:13.035" v="563"/>
          <ac:inkMkLst>
            <pc:docMk/>
            <pc:sldMk cId="3541719363" sldId="359"/>
            <ac:inkMk id="14" creationId="{9C7F0CB7-049E-02D4-6196-6B244E3A4715}"/>
          </ac:inkMkLst>
        </pc:inkChg>
        <pc:inkChg chg="add">
          <ac:chgData name="hossam alzahrani" userId="fdac2997cc5b0bfe" providerId="LiveId" clId="{F2625555-E783-4D8B-BD21-7442D78D4EED}" dt="2026-03-27T22:29:06.601" v="554" actId="9405"/>
          <ac:inkMkLst>
            <pc:docMk/>
            <pc:sldMk cId="3541719363" sldId="359"/>
            <ac:inkMk id="15" creationId="{D53E537E-4998-307C-B65E-2DF08E23083A}"/>
          </ac:inkMkLst>
        </pc:inkChg>
        <pc:inkChg chg="add mod">
          <ac:chgData name="hossam alzahrani" userId="fdac2997cc5b0bfe" providerId="LiveId" clId="{F2625555-E783-4D8B-BD21-7442D78D4EED}" dt="2026-03-27T22:29:13.035" v="563"/>
          <ac:inkMkLst>
            <pc:docMk/>
            <pc:sldMk cId="3541719363" sldId="359"/>
            <ac:inkMk id="16" creationId="{084A693F-8D79-74B7-C5A6-DDCAA0676BA9}"/>
          </ac:inkMkLst>
        </pc:inkChg>
        <pc:inkChg chg="add">
          <ac:chgData name="hossam alzahrani" userId="fdac2997cc5b0bfe" providerId="LiveId" clId="{F2625555-E783-4D8B-BD21-7442D78D4EED}" dt="2026-03-27T22:29:07.669" v="556" actId="9405"/>
          <ac:inkMkLst>
            <pc:docMk/>
            <pc:sldMk cId="3541719363" sldId="359"/>
            <ac:inkMk id="17" creationId="{37D8806E-9955-2C2C-A976-4BA659217380}"/>
          </ac:inkMkLst>
        </pc:inkChg>
        <pc:inkChg chg="add mod">
          <ac:chgData name="hossam alzahrani" userId="fdac2997cc5b0bfe" providerId="LiveId" clId="{F2625555-E783-4D8B-BD21-7442D78D4EED}" dt="2026-03-27T22:29:13.035" v="563"/>
          <ac:inkMkLst>
            <pc:docMk/>
            <pc:sldMk cId="3541719363" sldId="359"/>
            <ac:inkMk id="18" creationId="{4A6F57E4-EEB8-42E7-0A10-8F20671CE4DE}"/>
          </ac:inkMkLst>
        </pc:inkChg>
        <pc:inkChg chg="add mod">
          <ac:chgData name="hossam alzahrani" userId="fdac2997cc5b0bfe" providerId="LiveId" clId="{F2625555-E783-4D8B-BD21-7442D78D4EED}" dt="2026-03-27T22:29:13.035" v="563"/>
          <ac:inkMkLst>
            <pc:docMk/>
            <pc:sldMk cId="3541719363" sldId="359"/>
            <ac:inkMk id="19" creationId="{F6153C40-BEC7-96D5-047E-1D466C149D62}"/>
          </ac:inkMkLst>
        </pc:inkChg>
        <pc:inkChg chg="add">
          <ac:chgData name="hossam alzahrani" userId="fdac2997cc5b0bfe" providerId="LiveId" clId="{F2625555-E783-4D8B-BD21-7442D78D4EED}" dt="2026-03-27T22:29:09.850" v="559" actId="9405"/>
          <ac:inkMkLst>
            <pc:docMk/>
            <pc:sldMk cId="3541719363" sldId="359"/>
            <ac:inkMk id="20" creationId="{18AE05F8-EF6A-31C7-E9F9-E273447BF161}"/>
          </ac:inkMkLst>
        </pc:inkChg>
        <pc:inkChg chg="add">
          <ac:chgData name="hossam alzahrani" userId="fdac2997cc5b0bfe" providerId="LiveId" clId="{F2625555-E783-4D8B-BD21-7442D78D4EED}" dt="2026-03-27T22:29:11.581" v="560" actId="9405"/>
          <ac:inkMkLst>
            <pc:docMk/>
            <pc:sldMk cId="3541719363" sldId="359"/>
            <ac:inkMk id="21" creationId="{32C6F4DE-1FC4-1ED1-A2A6-B753CB1D2454}"/>
          </ac:inkMkLst>
        </pc:inkChg>
        <pc:inkChg chg="add">
          <ac:chgData name="hossam alzahrani" userId="fdac2997cc5b0bfe" providerId="LiveId" clId="{F2625555-E783-4D8B-BD21-7442D78D4EED}" dt="2026-03-27T22:29:11.890" v="561" actId="9405"/>
          <ac:inkMkLst>
            <pc:docMk/>
            <pc:sldMk cId="3541719363" sldId="359"/>
            <ac:inkMk id="22" creationId="{58FC2D5B-FA0A-23C2-8568-ACEF7176FE4B}"/>
          </ac:inkMkLst>
        </pc:inkChg>
        <pc:inkChg chg="add mod">
          <ac:chgData name="hossam alzahrani" userId="fdac2997cc5b0bfe" providerId="LiveId" clId="{F2625555-E783-4D8B-BD21-7442D78D4EED}" dt="2026-03-27T22:29:13.035" v="563"/>
          <ac:inkMkLst>
            <pc:docMk/>
            <pc:sldMk cId="3541719363" sldId="359"/>
            <ac:inkMk id="23" creationId="{AD373149-7BFC-938B-4F28-48BEDC3A1976}"/>
          </ac:inkMkLst>
        </pc:inkChg>
      </pc:sldChg>
      <pc:sldChg chg="addSp delSp modSp mod">
        <pc:chgData name="hossam alzahrani" userId="fdac2997cc5b0bfe" providerId="LiveId" clId="{F2625555-E783-4D8B-BD21-7442D78D4EED}" dt="2026-03-27T22:45:29.933" v="626"/>
        <pc:sldMkLst>
          <pc:docMk/>
          <pc:sldMk cId="2784781906" sldId="361"/>
        </pc:sldMkLst>
        <pc:inkChg chg="add">
          <ac:chgData name="hossam alzahrani" userId="fdac2997cc5b0bfe" providerId="LiveId" clId="{F2625555-E783-4D8B-BD21-7442D78D4EED}" dt="2026-03-27T22:44:19.990" v="599" actId="9405"/>
          <ac:inkMkLst>
            <pc:docMk/>
            <pc:sldMk cId="2784781906" sldId="361"/>
            <ac:inkMk id="2" creationId="{367B0085-B2C2-0D16-C3CC-4228EBAB2691}"/>
          </ac:inkMkLst>
        </pc:inkChg>
        <pc:inkChg chg="add">
          <ac:chgData name="hossam alzahrani" userId="fdac2997cc5b0bfe" providerId="LiveId" clId="{F2625555-E783-4D8B-BD21-7442D78D4EED}" dt="2026-03-27T22:44:22.322" v="600" actId="9405"/>
          <ac:inkMkLst>
            <pc:docMk/>
            <pc:sldMk cId="2784781906" sldId="361"/>
            <ac:inkMk id="5" creationId="{13DDBD7A-CBBB-CBAC-FC87-25A341F257EC}"/>
          </ac:inkMkLst>
        </pc:inkChg>
        <pc:inkChg chg="add">
          <ac:chgData name="hossam alzahrani" userId="fdac2997cc5b0bfe" providerId="LiveId" clId="{F2625555-E783-4D8B-BD21-7442D78D4EED}" dt="2026-03-27T22:44:23.604" v="601" actId="9405"/>
          <ac:inkMkLst>
            <pc:docMk/>
            <pc:sldMk cId="2784781906" sldId="361"/>
            <ac:inkMk id="6" creationId="{65351F00-757E-91D4-0D1D-9C35C214BEE3}"/>
          </ac:inkMkLst>
        </pc:inkChg>
        <pc:inkChg chg="add">
          <ac:chgData name="hossam alzahrani" userId="fdac2997cc5b0bfe" providerId="LiveId" clId="{F2625555-E783-4D8B-BD21-7442D78D4EED}" dt="2026-03-27T22:44:25.134" v="602" actId="9405"/>
          <ac:inkMkLst>
            <pc:docMk/>
            <pc:sldMk cId="2784781906" sldId="361"/>
            <ac:inkMk id="7" creationId="{84917A1E-FF7E-F82D-B538-C70F7C30515C}"/>
          </ac:inkMkLst>
        </pc:inkChg>
        <pc:inkChg chg="add mod">
          <ac:chgData name="hossam alzahrani" userId="fdac2997cc5b0bfe" providerId="LiveId" clId="{F2625555-E783-4D8B-BD21-7442D78D4EED}" dt="2026-03-27T22:44:57.219" v="605"/>
          <ac:inkMkLst>
            <pc:docMk/>
            <pc:sldMk cId="2784781906" sldId="361"/>
            <ac:inkMk id="9" creationId="{E0B0B5A0-DF93-D5B2-2B24-3F30A688296A}"/>
          </ac:inkMkLst>
        </pc:inkChg>
        <pc:inkChg chg="add">
          <ac:chgData name="hossam alzahrani" userId="fdac2997cc5b0bfe" providerId="LiveId" clId="{F2625555-E783-4D8B-BD21-7442D78D4EED}" dt="2026-03-27T22:45:03.446" v="606" actId="9405"/>
          <ac:inkMkLst>
            <pc:docMk/>
            <pc:sldMk cId="2784781906" sldId="361"/>
            <ac:inkMk id="10" creationId="{AE2F2125-C13B-8360-6FA0-9AA02C8C7E95}"/>
          </ac:inkMkLst>
        </pc:inkChg>
        <pc:inkChg chg="add">
          <ac:chgData name="hossam alzahrani" userId="fdac2997cc5b0bfe" providerId="LiveId" clId="{F2625555-E783-4D8B-BD21-7442D78D4EED}" dt="2026-03-27T22:45:05.903" v="607" actId="9405"/>
          <ac:inkMkLst>
            <pc:docMk/>
            <pc:sldMk cId="2784781906" sldId="361"/>
            <ac:inkMk id="11" creationId="{20E31C5E-C2A2-B254-D125-BA350FE2A6EB}"/>
          </ac:inkMkLst>
        </pc:inkChg>
        <pc:inkChg chg="add mod">
          <ac:chgData name="hossam alzahrani" userId="fdac2997cc5b0bfe" providerId="LiveId" clId="{F2625555-E783-4D8B-BD21-7442D78D4EED}" dt="2026-03-27T22:45:09.778" v="610"/>
          <ac:inkMkLst>
            <pc:docMk/>
            <pc:sldMk cId="2784781906" sldId="361"/>
            <ac:inkMk id="13" creationId="{8B186308-85DC-768D-D9FE-74875B214E22}"/>
          </ac:inkMkLst>
        </pc:inkChg>
        <pc:inkChg chg="add">
          <ac:chgData name="hossam alzahrani" userId="fdac2997cc5b0bfe" providerId="LiveId" clId="{F2625555-E783-4D8B-BD21-7442D78D4EED}" dt="2026-03-27T22:45:10.620" v="611" actId="9405"/>
          <ac:inkMkLst>
            <pc:docMk/>
            <pc:sldMk cId="2784781906" sldId="361"/>
            <ac:inkMk id="14" creationId="{5FFB54E7-4DF1-F51F-14D9-FC1C47DC2395}"/>
          </ac:inkMkLst>
        </pc:inkChg>
        <pc:inkChg chg="add">
          <ac:chgData name="hossam alzahrani" userId="fdac2997cc5b0bfe" providerId="LiveId" clId="{F2625555-E783-4D8B-BD21-7442D78D4EED}" dt="2026-03-27T22:45:11.316" v="612" actId="9405"/>
          <ac:inkMkLst>
            <pc:docMk/>
            <pc:sldMk cId="2784781906" sldId="361"/>
            <ac:inkMk id="15" creationId="{763CF4DA-C925-0163-2C46-002EEF775BAE}"/>
          </ac:inkMkLst>
        </pc:inkChg>
        <pc:inkChg chg="add">
          <ac:chgData name="hossam alzahrani" userId="fdac2997cc5b0bfe" providerId="LiveId" clId="{F2625555-E783-4D8B-BD21-7442D78D4EED}" dt="2026-03-27T22:45:12.937" v="613" actId="9405"/>
          <ac:inkMkLst>
            <pc:docMk/>
            <pc:sldMk cId="2784781906" sldId="361"/>
            <ac:inkMk id="16" creationId="{FC394759-A3F8-6F88-73E9-41443DD167F4}"/>
          </ac:inkMkLst>
        </pc:inkChg>
        <pc:inkChg chg="add">
          <ac:chgData name="hossam alzahrani" userId="fdac2997cc5b0bfe" providerId="LiveId" clId="{F2625555-E783-4D8B-BD21-7442D78D4EED}" dt="2026-03-27T22:45:14.638" v="614" actId="9405"/>
          <ac:inkMkLst>
            <pc:docMk/>
            <pc:sldMk cId="2784781906" sldId="361"/>
            <ac:inkMk id="17" creationId="{C193A0C7-E336-7199-30A6-3F3F8CFC67D7}"/>
          </ac:inkMkLst>
        </pc:inkChg>
        <pc:inkChg chg="add">
          <ac:chgData name="hossam alzahrani" userId="fdac2997cc5b0bfe" providerId="LiveId" clId="{F2625555-E783-4D8B-BD21-7442D78D4EED}" dt="2026-03-27T22:45:18.922" v="615" actId="9405"/>
          <ac:inkMkLst>
            <pc:docMk/>
            <pc:sldMk cId="2784781906" sldId="361"/>
            <ac:inkMk id="18" creationId="{A47A47E6-6DAB-A169-4D12-60F6216850DD}"/>
          </ac:inkMkLst>
        </pc:inkChg>
        <pc:inkChg chg="add">
          <ac:chgData name="hossam alzahrani" userId="fdac2997cc5b0bfe" providerId="LiveId" clId="{F2625555-E783-4D8B-BD21-7442D78D4EED}" dt="2026-03-27T22:45:19.711" v="616" actId="9405"/>
          <ac:inkMkLst>
            <pc:docMk/>
            <pc:sldMk cId="2784781906" sldId="361"/>
            <ac:inkMk id="19" creationId="{E4BF93EA-4207-2EFE-E078-68D39864F048}"/>
          </ac:inkMkLst>
        </pc:inkChg>
        <pc:inkChg chg="add mod">
          <ac:chgData name="hossam alzahrani" userId="fdac2997cc5b0bfe" providerId="LiveId" clId="{F2625555-E783-4D8B-BD21-7442D78D4EED}" dt="2026-03-27T22:45:22.107" v="619"/>
          <ac:inkMkLst>
            <pc:docMk/>
            <pc:sldMk cId="2784781906" sldId="361"/>
            <ac:inkMk id="21" creationId="{5D2D8790-1BC3-46C5-266B-CE15770B3007}"/>
          </ac:inkMkLst>
        </pc:inkChg>
        <pc:inkChg chg="add mod">
          <ac:chgData name="hossam alzahrani" userId="fdac2997cc5b0bfe" providerId="LiveId" clId="{F2625555-E783-4D8B-BD21-7442D78D4EED}" dt="2026-03-27T22:45:25.693" v="622"/>
          <ac:inkMkLst>
            <pc:docMk/>
            <pc:sldMk cId="2784781906" sldId="361"/>
            <ac:inkMk id="23" creationId="{36C118DC-C885-0EC2-CC3A-CA9C3947CB9A}"/>
          </ac:inkMkLst>
        </pc:inkChg>
        <pc:inkChg chg="add">
          <ac:chgData name="hossam alzahrani" userId="fdac2997cc5b0bfe" providerId="LiveId" clId="{F2625555-E783-4D8B-BD21-7442D78D4EED}" dt="2026-03-27T22:45:26.806" v="623" actId="9405"/>
          <ac:inkMkLst>
            <pc:docMk/>
            <pc:sldMk cId="2784781906" sldId="361"/>
            <ac:inkMk id="24" creationId="{45AC1ECC-593D-0172-7969-CD873F9AE214}"/>
          </ac:inkMkLst>
        </pc:inkChg>
        <pc:inkChg chg="add mod">
          <ac:chgData name="hossam alzahrani" userId="fdac2997cc5b0bfe" providerId="LiveId" clId="{F2625555-E783-4D8B-BD21-7442D78D4EED}" dt="2026-03-27T22:45:29.933" v="626"/>
          <ac:inkMkLst>
            <pc:docMk/>
            <pc:sldMk cId="2784781906" sldId="361"/>
            <ac:inkMk id="26" creationId="{CDB393A0-1FB3-B20A-4548-861E94A8FE14}"/>
          </ac:inkMkLst>
        </pc:inkChg>
      </pc:sldChg>
      <pc:sldChg chg="addSp delSp modSp mod">
        <pc:chgData name="hossam alzahrani" userId="fdac2997cc5b0bfe" providerId="LiveId" clId="{F2625555-E783-4D8B-BD21-7442D78D4EED}" dt="2026-03-27T22:46:11.062" v="642" actId="9405"/>
        <pc:sldMkLst>
          <pc:docMk/>
          <pc:sldMk cId="1587391289" sldId="362"/>
        </pc:sldMkLst>
        <pc:inkChg chg="add mod">
          <ac:chgData name="hossam alzahrani" userId="fdac2997cc5b0bfe" providerId="LiveId" clId="{F2625555-E783-4D8B-BD21-7442D78D4EED}" dt="2026-03-27T22:45:44.319" v="629"/>
          <ac:inkMkLst>
            <pc:docMk/>
            <pc:sldMk cId="1587391289" sldId="362"/>
            <ac:inkMk id="5" creationId="{231BD7B1-B2E9-B6C2-52F8-66E967EF0C30}"/>
          </ac:inkMkLst>
        </pc:inkChg>
        <pc:inkChg chg="add mod">
          <ac:chgData name="hossam alzahrani" userId="fdac2997cc5b0bfe" providerId="LiveId" clId="{F2625555-E783-4D8B-BD21-7442D78D4EED}" dt="2026-03-27T22:45:47.571" v="632"/>
          <ac:inkMkLst>
            <pc:docMk/>
            <pc:sldMk cId="1587391289" sldId="362"/>
            <ac:inkMk id="7" creationId="{BD631991-4C61-CEB2-7702-71516D8B05EC}"/>
          </ac:inkMkLst>
        </pc:inkChg>
        <pc:inkChg chg="add">
          <ac:chgData name="hossam alzahrani" userId="fdac2997cc5b0bfe" providerId="LiveId" clId="{F2625555-E783-4D8B-BD21-7442D78D4EED}" dt="2026-03-27T22:45:48.997" v="633" actId="9405"/>
          <ac:inkMkLst>
            <pc:docMk/>
            <pc:sldMk cId="1587391289" sldId="362"/>
            <ac:inkMk id="8" creationId="{9CE27533-6771-765B-2D80-D598F2B3B6DC}"/>
          </ac:inkMkLst>
        </pc:inkChg>
        <pc:inkChg chg="add mod">
          <ac:chgData name="hossam alzahrani" userId="fdac2997cc5b0bfe" providerId="LiveId" clId="{F2625555-E783-4D8B-BD21-7442D78D4EED}" dt="2026-03-27T22:45:51.730" v="636"/>
          <ac:inkMkLst>
            <pc:docMk/>
            <pc:sldMk cId="1587391289" sldId="362"/>
            <ac:inkMk id="10" creationId="{BBAC0172-D955-40C0-47AF-914261D9F481}"/>
          </ac:inkMkLst>
        </pc:inkChg>
        <pc:inkChg chg="add">
          <ac:chgData name="hossam alzahrani" userId="fdac2997cc5b0bfe" providerId="LiveId" clId="{F2625555-E783-4D8B-BD21-7442D78D4EED}" dt="2026-03-27T22:45:54.652" v="637" actId="9405"/>
          <ac:inkMkLst>
            <pc:docMk/>
            <pc:sldMk cId="1587391289" sldId="362"/>
            <ac:inkMk id="11" creationId="{5D090994-0B54-7E56-4706-D926C92F542E}"/>
          </ac:inkMkLst>
        </pc:inkChg>
        <pc:inkChg chg="add">
          <ac:chgData name="hossam alzahrani" userId="fdac2997cc5b0bfe" providerId="LiveId" clId="{F2625555-E783-4D8B-BD21-7442D78D4EED}" dt="2026-03-27T22:45:56.244" v="638" actId="9405"/>
          <ac:inkMkLst>
            <pc:docMk/>
            <pc:sldMk cId="1587391289" sldId="362"/>
            <ac:inkMk id="12" creationId="{C7E7885C-611D-BFE4-C7FC-69B150363A99}"/>
          </ac:inkMkLst>
        </pc:inkChg>
        <pc:inkChg chg="add">
          <ac:chgData name="hossam alzahrani" userId="fdac2997cc5b0bfe" providerId="LiveId" clId="{F2625555-E783-4D8B-BD21-7442D78D4EED}" dt="2026-03-27T22:45:58.655" v="639" actId="9405"/>
          <ac:inkMkLst>
            <pc:docMk/>
            <pc:sldMk cId="1587391289" sldId="362"/>
            <ac:inkMk id="13" creationId="{196025C0-28ED-5A7E-A293-D1F25516703F}"/>
          </ac:inkMkLst>
        </pc:inkChg>
        <pc:inkChg chg="add">
          <ac:chgData name="hossam alzahrani" userId="fdac2997cc5b0bfe" providerId="LiveId" clId="{F2625555-E783-4D8B-BD21-7442D78D4EED}" dt="2026-03-27T22:46:07.308" v="640" actId="9405"/>
          <ac:inkMkLst>
            <pc:docMk/>
            <pc:sldMk cId="1587391289" sldId="362"/>
            <ac:inkMk id="14" creationId="{9F7C73D0-5345-321E-16DC-8A3A781CEA08}"/>
          </ac:inkMkLst>
        </pc:inkChg>
        <pc:inkChg chg="add">
          <ac:chgData name="hossam alzahrani" userId="fdac2997cc5b0bfe" providerId="LiveId" clId="{F2625555-E783-4D8B-BD21-7442D78D4EED}" dt="2026-03-27T22:46:09.395" v="641" actId="9405"/>
          <ac:inkMkLst>
            <pc:docMk/>
            <pc:sldMk cId="1587391289" sldId="362"/>
            <ac:inkMk id="15" creationId="{E8089BAA-FE4F-989F-6883-17276146C67A}"/>
          </ac:inkMkLst>
        </pc:inkChg>
        <pc:inkChg chg="add">
          <ac:chgData name="hossam alzahrani" userId="fdac2997cc5b0bfe" providerId="LiveId" clId="{F2625555-E783-4D8B-BD21-7442D78D4EED}" dt="2026-03-27T22:46:11.062" v="642" actId="9405"/>
          <ac:inkMkLst>
            <pc:docMk/>
            <pc:sldMk cId="1587391289" sldId="362"/>
            <ac:inkMk id="16" creationId="{CBAAEED2-6686-B456-5A5A-06DE8CE0DD16}"/>
          </ac:inkMkLst>
        </pc:inkChg>
      </pc:sldChg>
      <pc:sldChg chg="addSp delSp modSp mod">
        <pc:chgData name="hossam alzahrani" userId="fdac2997cc5b0bfe" providerId="LiveId" clId="{F2625555-E783-4D8B-BD21-7442D78D4EED}" dt="2026-03-28T17:38:07.308" v="784" actId="9405"/>
        <pc:sldMkLst>
          <pc:docMk/>
          <pc:sldMk cId="1286374101" sldId="363"/>
        </pc:sldMkLst>
        <pc:spChg chg="mod">
          <ac:chgData name="hossam alzahrani" userId="fdac2997cc5b0bfe" providerId="LiveId" clId="{F2625555-E783-4D8B-BD21-7442D78D4EED}" dt="2026-03-28T16:56:58.619" v="765"/>
          <ac:spMkLst>
            <pc:docMk/>
            <pc:sldMk cId="1286374101" sldId="363"/>
            <ac:spMk id="3" creationId="{00000000-0000-0000-0000-000000000000}"/>
          </ac:spMkLst>
        </pc:spChg>
        <pc:spChg chg="add mod">
          <ac:chgData name="hossam alzahrani" userId="fdac2997cc5b0bfe" providerId="LiveId" clId="{F2625555-E783-4D8B-BD21-7442D78D4EED}" dt="2026-03-28T16:58:16.154" v="782" actId="14100"/>
          <ac:spMkLst>
            <pc:docMk/>
            <pc:sldMk cId="1286374101" sldId="363"/>
            <ac:spMk id="15" creationId="{EA080921-738B-387A-E4D6-94718652107E}"/>
          </ac:spMkLst>
        </pc:spChg>
        <pc:spChg chg="add mod">
          <ac:chgData name="hossam alzahrani" userId="fdac2997cc5b0bfe" providerId="LiveId" clId="{F2625555-E783-4D8B-BD21-7442D78D4EED}" dt="2026-03-28T16:58:11.569" v="780" actId="1076"/>
          <ac:spMkLst>
            <pc:docMk/>
            <pc:sldMk cId="1286374101" sldId="363"/>
            <ac:spMk id="20" creationId="{099277D5-ADCC-EF13-749E-830EB9DB9BDC}"/>
          </ac:spMkLst>
        </pc:spChg>
        <pc:spChg chg="add mod">
          <ac:chgData name="hossam alzahrani" userId="fdac2997cc5b0bfe" providerId="LiveId" clId="{F2625555-E783-4D8B-BD21-7442D78D4EED}" dt="2026-03-28T16:57:57.836" v="777" actId="1076"/>
          <ac:spMkLst>
            <pc:docMk/>
            <pc:sldMk cId="1286374101" sldId="363"/>
            <ac:spMk id="27" creationId="{6C1DE764-F49A-A124-588F-8C62BC262387}"/>
          </ac:spMkLst>
        </pc:spChg>
        <pc:grpChg chg="mod">
          <ac:chgData name="hossam alzahrani" userId="fdac2997cc5b0bfe" providerId="LiveId" clId="{F2625555-E783-4D8B-BD21-7442D78D4EED}" dt="2026-03-27T23:26:34.429" v="705"/>
          <ac:grpSpMkLst>
            <pc:docMk/>
            <pc:sldMk cId="1286374101" sldId="363"/>
            <ac:grpSpMk id="33" creationId="{DFF0375B-B56F-C2B5-1002-A0F746F2F562}"/>
          </ac:grpSpMkLst>
        </pc:grpChg>
        <pc:inkChg chg="add">
          <ac:chgData name="hossam alzahrani" userId="fdac2997cc5b0bfe" providerId="LiveId" clId="{F2625555-E783-4D8B-BD21-7442D78D4EED}" dt="2026-03-27T23:00:50.563" v="643" actId="9405"/>
          <ac:inkMkLst>
            <pc:docMk/>
            <pc:sldMk cId="1286374101" sldId="363"/>
            <ac:inkMk id="4" creationId="{3980BA9B-D8E2-3B58-98D8-5E5E3552BD74}"/>
          </ac:inkMkLst>
        </pc:inkChg>
        <pc:inkChg chg="add mod">
          <ac:chgData name="hossam alzahrani" userId="fdac2997cc5b0bfe" providerId="LiveId" clId="{F2625555-E783-4D8B-BD21-7442D78D4EED}" dt="2026-03-28T16:54:40.737" v="751" actId="1076"/>
          <ac:inkMkLst>
            <pc:docMk/>
            <pc:sldMk cId="1286374101" sldId="363"/>
            <ac:inkMk id="5" creationId="{4DDB6359-70CB-E417-6828-2E03A7209994}"/>
          </ac:inkMkLst>
        </pc:inkChg>
        <pc:inkChg chg="add mod">
          <ac:chgData name="hossam alzahrani" userId="fdac2997cc5b0bfe" providerId="LiveId" clId="{F2625555-E783-4D8B-BD21-7442D78D4EED}" dt="2026-03-27T23:01:32.276" v="652"/>
          <ac:inkMkLst>
            <pc:docMk/>
            <pc:sldMk cId="1286374101" sldId="363"/>
            <ac:inkMk id="7" creationId="{935D88F4-9408-3F06-0703-7DBEFB2FBD0D}"/>
          </ac:inkMkLst>
        </pc:inkChg>
        <pc:inkChg chg="add">
          <ac:chgData name="hossam alzahrani" userId="fdac2997cc5b0bfe" providerId="LiveId" clId="{F2625555-E783-4D8B-BD21-7442D78D4EED}" dt="2026-03-27T23:01:36.993" v="653" actId="9405"/>
          <ac:inkMkLst>
            <pc:docMk/>
            <pc:sldMk cId="1286374101" sldId="363"/>
            <ac:inkMk id="8" creationId="{C5317507-BE76-957C-FBCF-E14753BD47E1}"/>
          </ac:inkMkLst>
        </pc:inkChg>
        <pc:inkChg chg="add">
          <ac:chgData name="hossam alzahrani" userId="fdac2997cc5b0bfe" providerId="LiveId" clId="{F2625555-E783-4D8B-BD21-7442D78D4EED}" dt="2026-03-27T23:01:37.781" v="654" actId="9405"/>
          <ac:inkMkLst>
            <pc:docMk/>
            <pc:sldMk cId="1286374101" sldId="363"/>
            <ac:inkMk id="9" creationId="{4559FA7D-2904-1B4F-0F25-1C5C6D1B0CE0}"/>
          </ac:inkMkLst>
        </pc:inkChg>
        <pc:inkChg chg="add">
          <ac:chgData name="hossam alzahrani" userId="fdac2997cc5b0bfe" providerId="LiveId" clId="{F2625555-E783-4D8B-BD21-7442D78D4EED}" dt="2026-03-27T23:01:39.124" v="655" actId="9405"/>
          <ac:inkMkLst>
            <pc:docMk/>
            <pc:sldMk cId="1286374101" sldId="363"/>
            <ac:inkMk id="10" creationId="{73FABE70-F28A-E7FD-D7C7-BDD263CDE447}"/>
          </ac:inkMkLst>
        </pc:inkChg>
        <pc:inkChg chg="add">
          <ac:chgData name="hossam alzahrani" userId="fdac2997cc5b0bfe" providerId="LiveId" clId="{F2625555-E783-4D8B-BD21-7442D78D4EED}" dt="2026-03-27T23:01:40.040" v="656" actId="9405"/>
          <ac:inkMkLst>
            <pc:docMk/>
            <pc:sldMk cId="1286374101" sldId="363"/>
            <ac:inkMk id="11" creationId="{393F49B2-7317-3454-3A9F-2C1A284A5D08}"/>
          </ac:inkMkLst>
        </pc:inkChg>
        <pc:inkChg chg="add">
          <ac:chgData name="hossam alzahrani" userId="fdac2997cc5b0bfe" providerId="LiveId" clId="{F2625555-E783-4D8B-BD21-7442D78D4EED}" dt="2026-03-27T23:01:41.442" v="657" actId="9405"/>
          <ac:inkMkLst>
            <pc:docMk/>
            <pc:sldMk cId="1286374101" sldId="363"/>
            <ac:inkMk id="12" creationId="{6F4FF23B-29CE-5F79-C3EE-79CF75C2F683}"/>
          </ac:inkMkLst>
        </pc:inkChg>
        <pc:inkChg chg="add">
          <ac:chgData name="hossam alzahrani" userId="fdac2997cc5b0bfe" providerId="LiveId" clId="{F2625555-E783-4D8B-BD21-7442D78D4EED}" dt="2026-03-27T23:23:50.050" v="658" actId="9405"/>
          <ac:inkMkLst>
            <pc:docMk/>
            <pc:sldMk cId="1286374101" sldId="363"/>
            <ac:inkMk id="13" creationId="{37E8743C-5FFD-A48E-2B56-E918E7BC338F}"/>
          </ac:inkMkLst>
        </pc:inkChg>
        <pc:inkChg chg="add">
          <ac:chgData name="hossam alzahrani" userId="fdac2997cc5b0bfe" providerId="LiveId" clId="{F2625555-E783-4D8B-BD21-7442D78D4EED}" dt="2026-03-27T23:23:53.712" v="659" actId="9405"/>
          <ac:inkMkLst>
            <pc:docMk/>
            <pc:sldMk cId="1286374101" sldId="363"/>
            <ac:inkMk id="14" creationId="{1E1C6E91-8F88-DD84-B794-62DC6A4F7FE7}"/>
          </ac:inkMkLst>
        </pc:inkChg>
        <pc:inkChg chg="add mod">
          <ac:chgData name="hossam alzahrani" userId="fdac2997cc5b0bfe" providerId="LiveId" clId="{F2625555-E783-4D8B-BD21-7442D78D4EED}" dt="2026-03-27T23:24:05.904" v="662"/>
          <ac:inkMkLst>
            <pc:docMk/>
            <pc:sldMk cId="1286374101" sldId="363"/>
            <ac:inkMk id="16" creationId="{5E06AA28-B8F2-F260-E597-526763975249}"/>
          </ac:inkMkLst>
        </pc:inkChg>
        <pc:inkChg chg="add mod">
          <ac:chgData name="hossam alzahrani" userId="fdac2997cc5b0bfe" providerId="LiveId" clId="{F2625555-E783-4D8B-BD21-7442D78D4EED}" dt="2026-03-27T23:24:09.849" v="665"/>
          <ac:inkMkLst>
            <pc:docMk/>
            <pc:sldMk cId="1286374101" sldId="363"/>
            <ac:inkMk id="18" creationId="{F83DFA8B-5494-A92A-9781-A7BA1E8B59AA}"/>
          </ac:inkMkLst>
        </pc:inkChg>
        <pc:inkChg chg="add">
          <ac:chgData name="hossam alzahrani" userId="fdac2997cc5b0bfe" providerId="LiveId" clId="{F2625555-E783-4D8B-BD21-7442D78D4EED}" dt="2026-03-27T23:24:11.532" v="666" actId="9405"/>
          <ac:inkMkLst>
            <pc:docMk/>
            <pc:sldMk cId="1286374101" sldId="363"/>
            <ac:inkMk id="19" creationId="{FEE24470-7205-6C63-7FD7-DDF9A90FCF0E}"/>
          </ac:inkMkLst>
        </pc:inkChg>
        <pc:inkChg chg="add mod">
          <ac:chgData name="hossam alzahrani" userId="fdac2997cc5b0bfe" providerId="LiveId" clId="{F2625555-E783-4D8B-BD21-7442D78D4EED}" dt="2026-03-27T23:24:15.857" v="669"/>
          <ac:inkMkLst>
            <pc:docMk/>
            <pc:sldMk cId="1286374101" sldId="363"/>
            <ac:inkMk id="21" creationId="{631F95DF-FF4F-BBAF-074A-E2588920CDC0}"/>
          </ac:inkMkLst>
        </pc:inkChg>
        <pc:inkChg chg="add">
          <ac:chgData name="hossam alzahrani" userId="fdac2997cc5b0bfe" providerId="LiveId" clId="{F2625555-E783-4D8B-BD21-7442D78D4EED}" dt="2026-03-27T23:24:19.595" v="670" actId="9405"/>
          <ac:inkMkLst>
            <pc:docMk/>
            <pc:sldMk cId="1286374101" sldId="363"/>
            <ac:inkMk id="22" creationId="{57F9B0B5-9C68-F40B-9B11-687821924B50}"/>
          </ac:inkMkLst>
        </pc:inkChg>
        <pc:inkChg chg="add">
          <ac:chgData name="hossam alzahrani" userId="fdac2997cc5b0bfe" providerId="LiveId" clId="{F2625555-E783-4D8B-BD21-7442D78D4EED}" dt="2026-03-27T23:24:21.932" v="671" actId="9405"/>
          <ac:inkMkLst>
            <pc:docMk/>
            <pc:sldMk cId="1286374101" sldId="363"/>
            <ac:inkMk id="23" creationId="{EE8041AA-6A2B-2AEC-9F82-13F54BDE18E1}"/>
          </ac:inkMkLst>
        </pc:inkChg>
        <pc:inkChg chg="add">
          <ac:chgData name="hossam alzahrani" userId="fdac2997cc5b0bfe" providerId="LiveId" clId="{F2625555-E783-4D8B-BD21-7442D78D4EED}" dt="2026-03-27T23:24:23.602" v="672" actId="9405"/>
          <ac:inkMkLst>
            <pc:docMk/>
            <pc:sldMk cId="1286374101" sldId="363"/>
            <ac:inkMk id="24" creationId="{7179BC64-6C3F-5003-D877-1CB84FD30E46}"/>
          </ac:inkMkLst>
        </pc:inkChg>
        <pc:inkChg chg="add mod">
          <ac:chgData name="hossam alzahrani" userId="fdac2997cc5b0bfe" providerId="LiveId" clId="{F2625555-E783-4D8B-BD21-7442D78D4EED}" dt="2026-03-27T23:26:22.767" v="693"/>
          <ac:inkMkLst>
            <pc:docMk/>
            <pc:sldMk cId="1286374101" sldId="363"/>
            <ac:inkMk id="26" creationId="{68DA3566-F7BE-5D84-3A29-900E3E77060F}"/>
          </ac:inkMkLst>
        </pc:inkChg>
        <pc:inkChg chg="add">
          <ac:chgData name="hossam alzahrani" userId="fdac2997cc5b0bfe" providerId="LiveId" clId="{F2625555-E783-4D8B-BD21-7442D78D4EED}" dt="2026-03-28T17:38:06.816" v="783" actId="9405"/>
          <ac:inkMkLst>
            <pc:docMk/>
            <pc:sldMk cId="1286374101" sldId="363"/>
            <ac:inkMk id="28" creationId="{E4A4A664-AE56-6646-7EA2-657938ECDB3B}"/>
          </ac:inkMkLst>
        </pc:inkChg>
        <pc:inkChg chg="add">
          <ac:chgData name="hossam alzahrani" userId="fdac2997cc5b0bfe" providerId="LiveId" clId="{F2625555-E783-4D8B-BD21-7442D78D4EED}" dt="2026-03-28T17:38:07.308" v="784" actId="9405"/>
          <ac:inkMkLst>
            <pc:docMk/>
            <pc:sldMk cId="1286374101" sldId="363"/>
            <ac:inkMk id="29" creationId="{4FB3DFCD-742E-01DC-EE05-2C3FFBE4AAA3}"/>
          </ac:inkMkLst>
        </pc:inkChg>
        <pc:inkChg chg="add mod">
          <ac:chgData name="hossam alzahrani" userId="fdac2997cc5b0bfe" providerId="LiveId" clId="{F2625555-E783-4D8B-BD21-7442D78D4EED}" dt="2026-03-27T23:26:31.989" v="702"/>
          <ac:inkMkLst>
            <pc:docMk/>
            <pc:sldMk cId="1286374101" sldId="363"/>
            <ac:inkMk id="30" creationId="{576DE68A-C128-2208-6D15-A2DB3CC2E568}"/>
          </ac:inkMkLst>
        </pc:inkChg>
        <pc:inkChg chg="add mod">
          <ac:chgData name="hossam alzahrani" userId="fdac2997cc5b0bfe" providerId="LiveId" clId="{F2625555-E783-4D8B-BD21-7442D78D4EED}" dt="2026-03-27T23:26:34.429" v="705"/>
          <ac:inkMkLst>
            <pc:docMk/>
            <pc:sldMk cId="1286374101" sldId="363"/>
            <ac:inkMk id="31" creationId="{3F99C169-4BD8-8895-2130-CD2A7EA86133}"/>
          </ac:inkMkLst>
        </pc:inkChg>
        <pc:inkChg chg="add mod">
          <ac:chgData name="hossam alzahrani" userId="fdac2997cc5b0bfe" providerId="LiveId" clId="{F2625555-E783-4D8B-BD21-7442D78D4EED}" dt="2026-03-27T23:26:34.429" v="705"/>
          <ac:inkMkLst>
            <pc:docMk/>
            <pc:sldMk cId="1286374101" sldId="363"/>
            <ac:inkMk id="32" creationId="{E971E36A-17A8-B7B7-7192-8FC897BB778C}"/>
          </ac:inkMkLst>
        </pc:inkChg>
        <pc:inkChg chg="add mod">
          <ac:chgData name="hossam alzahrani" userId="fdac2997cc5b0bfe" providerId="LiveId" clId="{F2625555-E783-4D8B-BD21-7442D78D4EED}" dt="2026-03-27T23:26:38.322" v="708"/>
          <ac:inkMkLst>
            <pc:docMk/>
            <pc:sldMk cId="1286374101" sldId="363"/>
            <ac:inkMk id="35" creationId="{5FCD5A47-D584-FE1A-F999-ACC8A5ABEC6E}"/>
          </ac:inkMkLst>
        </pc:inkChg>
        <pc:inkChg chg="add">
          <ac:chgData name="hossam alzahrani" userId="fdac2997cc5b0bfe" providerId="LiveId" clId="{F2625555-E783-4D8B-BD21-7442D78D4EED}" dt="2026-03-27T23:26:39.774" v="709" actId="9405"/>
          <ac:inkMkLst>
            <pc:docMk/>
            <pc:sldMk cId="1286374101" sldId="363"/>
            <ac:inkMk id="36" creationId="{E888BA69-179B-FA6E-A8B0-56FE76F764F9}"/>
          </ac:inkMkLst>
        </pc:inkChg>
      </pc:sldChg>
      <pc:sldChg chg="addSp delSp modSp mod">
        <pc:chgData name="hossam alzahrani" userId="fdac2997cc5b0bfe" providerId="LiveId" clId="{F2625555-E783-4D8B-BD21-7442D78D4EED}" dt="2026-03-27T21:31:09.461" v="408"/>
        <pc:sldMkLst>
          <pc:docMk/>
          <pc:sldMk cId="192050226" sldId="364"/>
        </pc:sldMkLst>
        <pc:inkChg chg="add mod">
          <ac:chgData name="hossam alzahrani" userId="fdac2997cc5b0bfe" providerId="LiveId" clId="{F2625555-E783-4D8B-BD21-7442D78D4EED}" dt="2026-03-27T21:21:00.535" v="375"/>
          <ac:inkMkLst>
            <pc:docMk/>
            <pc:sldMk cId="192050226" sldId="364"/>
            <ac:inkMk id="5" creationId="{8B7B7094-C31A-2E89-CC37-56BE31F677CA}"/>
          </ac:inkMkLst>
        </pc:inkChg>
        <pc:inkChg chg="add mod">
          <ac:chgData name="hossam alzahrani" userId="fdac2997cc5b0bfe" providerId="LiveId" clId="{F2625555-E783-4D8B-BD21-7442D78D4EED}" dt="2026-03-27T21:22:13.246" v="380"/>
          <ac:inkMkLst>
            <pc:docMk/>
            <pc:sldMk cId="192050226" sldId="364"/>
            <ac:inkMk id="7" creationId="{D7A3E246-B548-2FE2-171A-CD7E2B06D739}"/>
          </ac:inkMkLst>
        </pc:inkChg>
        <pc:inkChg chg="add">
          <ac:chgData name="hossam alzahrani" userId="fdac2997cc5b0bfe" providerId="LiveId" clId="{F2625555-E783-4D8B-BD21-7442D78D4EED}" dt="2026-03-27T21:22:15.533" v="381" actId="9405"/>
          <ac:inkMkLst>
            <pc:docMk/>
            <pc:sldMk cId="192050226" sldId="364"/>
            <ac:inkMk id="8" creationId="{A21FCEAE-64E1-E006-01B8-D86ABE91E03D}"/>
          </ac:inkMkLst>
        </pc:inkChg>
        <pc:inkChg chg="add mod">
          <ac:chgData name="hossam alzahrani" userId="fdac2997cc5b0bfe" providerId="LiveId" clId="{F2625555-E783-4D8B-BD21-7442D78D4EED}" dt="2026-03-27T21:22:19.409" v="384"/>
          <ac:inkMkLst>
            <pc:docMk/>
            <pc:sldMk cId="192050226" sldId="364"/>
            <ac:inkMk id="10" creationId="{97C0EC61-6499-3E51-30CC-84C920D890EB}"/>
          </ac:inkMkLst>
        </pc:inkChg>
        <pc:inkChg chg="add mod">
          <ac:chgData name="hossam alzahrani" userId="fdac2997cc5b0bfe" providerId="LiveId" clId="{F2625555-E783-4D8B-BD21-7442D78D4EED}" dt="2026-03-27T21:22:29.548" v="390"/>
          <ac:inkMkLst>
            <pc:docMk/>
            <pc:sldMk cId="192050226" sldId="364"/>
            <ac:inkMk id="14" creationId="{C5B03AC1-04FE-26BE-18B2-06E0AE692641}"/>
          </ac:inkMkLst>
        </pc:inkChg>
        <pc:inkChg chg="add mod">
          <ac:chgData name="hossam alzahrani" userId="fdac2997cc5b0bfe" providerId="LiveId" clId="{F2625555-E783-4D8B-BD21-7442D78D4EED}" dt="2026-03-27T21:22:34.666" v="393"/>
          <ac:inkMkLst>
            <pc:docMk/>
            <pc:sldMk cId="192050226" sldId="364"/>
            <ac:inkMk id="16" creationId="{ACB67572-78D0-370D-564E-4A2767F7FB08}"/>
          </ac:inkMkLst>
        </pc:inkChg>
        <pc:inkChg chg="add">
          <ac:chgData name="hossam alzahrani" userId="fdac2997cc5b0bfe" providerId="LiveId" clId="{F2625555-E783-4D8B-BD21-7442D78D4EED}" dt="2026-03-27T21:22:35.076" v="394" actId="9405"/>
          <ac:inkMkLst>
            <pc:docMk/>
            <pc:sldMk cId="192050226" sldId="364"/>
            <ac:inkMk id="17" creationId="{566FC303-4418-02DC-967B-664EA8CC9002}"/>
          </ac:inkMkLst>
        </pc:inkChg>
        <pc:inkChg chg="add mod">
          <ac:chgData name="hossam alzahrani" userId="fdac2997cc5b0bfe" providerId="LiveId" clId="{F2625555-E783-4D8B-BD21-7442D78D4EED}" dt="2026-03-27T21:22:39.882" v="397"/>
          <ac:inkMkLst>
            <pc:docMk/>
            <pc:sldMk cId="192050226" sldId="364"/>
            <ac:inkMk id="19" creationId="{18696494-075D-8471-ECC7-1DDDA6565874}"/>
          </ac:inkMkLst>
        </pc:inkChg>
        <pc:inkChg chg="add mod">
          <ac:chgData name="hossam alzahrani" userId="fdac2997cc5b0bfe" providerId="LiveId" clId="{F2625555-E783-4D8B-BD21-7442D78D4EED}" dt="2026-03-27T21:22:47.859" v="404"/>
          <ac:inkMkLst>
            <pc:docMk/>
            <pc:sldMk cId="192050226" sldId="364"/>
            <ac:inkMk id="23" creationId="{56C20CD8-608D-9777-CBF7-A613CF737F92}"/>
          </ac:inkMkLst>
        </pc:inkChg>
        <pc:inkChg chg="add mod">
          <ac:chgData name="hossam alzahrani" userId="fdac2997cc5b0bfe" providerId="LiveId" clId="{F2625555-E783-4D8B-BD21-7442D78D4EED}" dt="2026-03-27T21:31:09.461" v="408"/>
          <ac:inkMkLst>
            <pc:docMk/>
            <pc:sldMk cId="192050226" sldId="364"/>
            <ac:inkMk id="25" creationId="{81C33509-5625-F135-C381-30631E8AF2A4}"/>
          </ac:inkMkLst>
        </pc:inkChg>
      </pc:sldChg>
      <pc:sldChg chg="addSp delSp modSp mod">
        <pc:chgData name="hossam alzahrani" userId="fdac2997cc5b0bfe" providerId="LiveId" clId="{F2625555-E783-4D8B-BD21-7442D78D4EED}" dt="2026-03-27T23:26:56.966" v="710" actId="1076"/>
        <pc:sldMkLst>
          <pc:docMk/>
          <pc:sldMk cId="3616186334" sldId="365"/>
        </pc:sldMkLst>
        <pc:inkChg chg="add mod">
          <ac:chgData name="hossam alzahrani" userId="fdac2997cc5b0bfe" providerId="LiveId" clId="{F2625555-E783-4D8B-BD21-7442D78D4EED}" dt="2026-03-27T23:26:56.966" v="710" actId="1076"/>
          <ac:inkMkLst>
            <pc:docMk/>
            <pc:sldMk cId="3616186334" sldId="365"/>
            <ac:inkMk id="2" creationId="{A640468B-987D-8A7F-672C-5EDC25037F17}"/>
          </ac:inkMkLst>
        </pc:inkChg>
        <pc:inkChg chg="add">
          <ac:chgData name="hossam alzahrani" userId="fdac2997cc5b0bfe" providerId="LiveId" clId="{F2625555-E783-4D8B-BD21-7442D78D4EED}" dt="2026-03-27T23:01:00.525" v="646" actId="9405"/>
          <ac:inkMkLst>
            <pc:docMk/>
            <pc:sldMk cId="3616186334" sldId="365"/>
            <ac:inkMk id="5" creationId="{169523BB-CFF3-BC69-6271-52E292C911F2}"/>
          </ac:inkMkLst>
        </pc:inkChg>
        <pc:inkChg chg="add mod">
          <ac:chgData name="hossam alzahrani" userId="fdac2997cc5b0bfe" providerId="LiveId" clId="{F2625555-E783-4D8B-BD21-7442D78D4EED}" dt="2026-03-27T23:01:04.047" v="649"/>
          <ac:inkMkLst>
            <pc:docMk/>
            <pc:sldMk cId="3616186334" sldId="365"/>
            <ac:inkMk id="7" creationId="{BA401711-9CC1-7D71-1F54-C8C683965500}"/>
          </ac:inkMkLst>
        </pc:inkChg>
        <pc:inkChg chg="add mod">
          <ac:chgData name="hossam alzahrani" userId="fdac2997cc5b0bfe" providerId="LiveId" clId="{F2625555-E783-4D8B-BD21-7442D78D4EED}" dt="2026-03-27T23:24:36.412" v="675"/>
          <ac:inkMkLst>
            <pc:docMk/>
            <pc:sldMk cId="3616186334" sldId="365"/>
            <ac:inkMk id="9" creationId="{8EFFDFDD-8F46-D45A-6638-4E3242CB83F0}"/>
          </ac:inkMkLst>
        </pc:inkChg>
        <pc:inkChg chg="add">
          <ac:chgData name="hossam alzahrani" userId="fdac2997cc5b0bfe" providerId="LiveId" clId="{F2625555-E783-4D8B-BD21-7442D78D4EED}" dt="2026-03-27T23:24:37.996" v="676" actId="9405"/>
          <ac:inkMkLst>
            <pc:docMk/>
            <pc:sldMk cId="3616186334" sldId="365"/>
            <ac:inkMk id="10" creationId="{9F736320-6D63-E613-1EAB-BA47B2C29B4A}"/>
          </ac:inkMkLst>
        </pc:inkChg>
        <pc:inkChg chg="add mod">
          <ac:chgData name="hossam alzahrani" userId="fdac2997cc5b0bfe" providerId="LiveId" clId="{F2625555-E783-4D8B-BD21-7442D78D4EED}" dt="2026-03-27T23:24:46.837" v="679"/>
          <ac:inkMkLst>
            <pc:docMk/>
            <pc:sldMk cId="3616186334" sldId="365"/>
            <ac:inkMk id="12" creationId="{85914285-C479-2EE9-B594-AE9A474237F5}"/>
          </ac:inkMkLst>
        </pc:inkChg>
        <pc:inkChg chg="add mod">
          <ac:chgData name="hossam alzahrani" userId="fdac2997cc5b0bfe" providerId="LiveId" clId="{F2625555-E783-4D8B-BD21-7442D78D4EED}" dt="2026-03-27T23:24:52.874" v="682"/>
          <ac:inkMkLst>
            <pc:docMk/>
            <pc:sldMk cId="3616186334" sldId="365"/>
            <ac:inkMk id="14" creationId="{FB6250A1-A93D-C5F3-2188-306535A0C7AA}"/>
          </ac:inkMkLst>
        </pc:inkChg>
        <pc:inkChg chg="add">
          <ac:chgData name="hossam alzahrani" userId="fdac2997cc5b0bfe" providerId="LiveId" clId="{F2625555-E783-4D8B-BD21-7442D78D4EED}" dt="2026-03-27T23:24:56.659" v="683" actId="9405"/>
          <ac:inkMkLst>
            <pc:docMk/>
            <pc:sldMk cId="3616186334" sldId="365"/>
            <ac:inkMk id="15" creationId="{7B403C49-D620-7569-415F-FD70A5E5D601}"/>
          </ac:inkMkLst>
        </pc:inkChg>
        <pc:inkChg chg="add mod">
          <ac:chgData name="hossam alzahrani" userId="fdac2997cc5b0bfe" providerId="LiveId" clId="{F2625555-E783-4D8B-BD21-7442D78D4EED}" dt="2026-03-27T23:25:06.384" v="686"/>
          <ac:inkMkLst>
            <pc:docMk/>
            <pc:sldMk cId="3616186334" sldId="365"/>
            <ac:inkMk id="17" creationId="{798D1DF0-7853-9408-E3C2-9D396BA16792}"/>
          </ac:inkMkLst>
        </pc:inkChg>
        <pc:inkChg chg="add mod">
          <ac:chgData name="hossam alzahrani" userId="fdac2997cc5b0bfe" providerId="LiveId" clId="{F2625555-E783-4D8B-BD21-7442D78D4EED}" dt="2026-03-27T23:25:15.710" v="689"/>
          <ac:inkMkLst>
            <pc:docMk/>
            <pc:sldMk cId="3616186334" sldId="365"/>
            <ac:inkMk id="19" creationId="{072840F6-49F6-29F0-E871-561DD08BA9BA}"/>
          </ac:inkMkLst>
        </pc:inkChg>
        <pc:inkChg chg="add">
          <ac:chgData name="hossam alzahrani" userId="fdac2997cc5b0bfe" providerId="LiveId" clId="{F2625555-E783-4D8B-BD21-7442D78D4EED}" dt="2026-03-27T23:25:20.722" v="690" actId="9405"/>
          <ac:inkMkLst>
            <pc:docMk/>
            <pc:sldMk cId="3616186334" sldId="365"/>
            <ac:inkMk id="20" creationId="{9DD4DF8B-6BB0-755A-3E27-0BFEF100ECAD}"/>
          </ac:inkMkLst>
        </pc:inkChg>
      </pc:sldChg>
      <pc:sldChg chg="addSp delSp modSp mod">
        <pc:chgData name="hossam alzahrani" userId="fdac2997cc5b0bfe" providerId="LiveId" clId="{F2625555-E783-4D8B-BD21-7442D78D4EED}" dt="2026-03-30T00:06:24.045" v="1136" actId="9405"/>
        <pc:sldMkLst>
          <pc:docMk/>
          <pc:sldMk cId="2834895604" sldId="366"/>
        </pc:sldMkLst>
        <pc:grpChg chg="mod">
          <ac:chgData name="hossam alzahrani" userId="fdac2997cc5b0bfe" providerId="LiveId" clId="{F2625555-E783-4D8B-BD21-7442D78D4EED}" dt="2026-03-30T00:06:21.807" v="1135"/>
          <ac:grpSpMkLst>
            <pc:docMk/>
            <pc:sldMk cId="2834895604" sldId="366"/>
            <ac:grpSpMk id="24" creationId="{9B39B294-A85D-9F51-900C-E44BFCA7DFB3}"/>
          </ac:grpSpMkLst>
        </pc:grpChg>
        <pc:grpChg chg="mod">
          <ac:chgData name="hossam alzahrani" userId="fdac2997cc5b0bfe" providerId="LiveId" clId="{F2625555-E783-4D8B-BD21-7442D78D4EED}" dt="2026-03-28T18:45:15.055" v="854"/>
          <ac:grpSpMkLst>
            <pc:docMk/>
            <pc:sldMk cId="2834895604" sldId="366"/>
            <ac:grpSpMk id="39" creationId="{9134E755-1B3A-5495-C308-7C11D024EFE8}"/>
          </ac:grpSpMkLst>
        </pc:grpChg>
        <pc:inkChg chg="add">
          <ac:chgData name="hossam alzahrani" userId="fdac2997cc5b0bfe" providerId="LiveId" clId="{F2625555-E783-4D8B-BD21-7442D78D4EED}" dt="2026-03-28T17:44:19.442" v="804" actId="9405"/>
          <ac:inkMkLst>
            <pc:docMk/>
            <pc:sldMk cId="2834895604" sldId="366"/>
            <ac:inkMk id="4" creationId="{54DE3C40-0342-64D3-62E3-877C711E4150}"/>
          </ac:inkMkLst>
        </pc:inkChg>
        <pc:inkChg chg="add mod">
          <ac:chgData name="hossam alzahrani" userId="fdac2997cc5b0bfe" providerId="LiveId" clId="{F2625555-E783-4D8B-BD21-7442D78D4EED}" dt="2026-03-30T00:06:21.807" v="1135"/>
          <ac:inkMkLst>
            <pc:docMk/>
            <pc:sldMk cId="2834895604" sldId="366"/>
            <ac:inkMk id="5" creationId="{2E166A44-516D-7954-F2CE-7CE7F6902A17}"/>
          </ac:inkMkLst>
        </pc:inkChg>
        <pc:inkChg chg="add mod">
          <ac:chgData name="hossam alzahrani" userId="fdac2997cc5b0bfe" providerId="LiveId" clId="{F2625555-E783-4D8B-BD21-7442D78D4EED}" dt="2026-03-30T00:06:17.144" v="1130"/>
          <ac:inkMkLst>
            <pc:docMk/>
            <pc:sldMk cId="2834895604" sldId="366"/>
            <ac:inkMk id="6" creationId="{DCDA70A9-30F4-5B7C-9633-4470FB903D9E}"/>
          </ac:inkMkLst>
        </pc:inkChg>
        <pc:inkChg chg="add mod">
          <ac:chgData name="hossam alzahrani" userId="fdac2997cc5b0bfe" providerId="LiveId" clId="{F2625555-E783-4D8B-BD21-7442D78D4EED}" dt="2026-03-30T00:06:21.807" v="1135"/>
          <ac:inkMkLst>
            <pc:docMk/>
            <pc:sldMk cId="2834895604" sldId="366"/>
            <ac:inkMk id="7" creationId="{85589BA7-5AB5-0143-4CDF-DCE680E1DD3C}"/>
          </ac:inkMkLst>
        </pc:inkChg>
        <pc:inkChg chg="add mod">
          <ac:chgData name="hossam alzahrani" userId="fdac2997cc5b0bfe" providerId="LiveId" clId="{F2625555-E783-4D8B-BD21-7442D78D4EED}" dt="2026-03-30T00:06:21.807" v="1135"/>
          <ac:inkMkLst>
            <pc:docMk/>
            <pc:sldMk cId="2834895604" sldId="366"/>
            <ac:inkMk id="8" creationId="{A1FE00E3-63A3-D10B-270D-B5EE8B5E217F}"/>
          </ac:inkMkLst>
        </pc:inkChg>
        <pc:inkChg chg="add mod">
          <ac:chgData name="hossam alzahrani" userId="fdac2997cc5b0bfe" providerId="LiveId" clId="{F2625555-E783-4D8B-BD21-7442D78D4EED}" dt="2026-03-30T00:06:21.807" v="1135"/>
          <ac:inkMkLst>
            <pc:docMk/>
            <pc:sldMk cId="2834895604" sldId="366"/>
            <ac:inkMk id="9" creationId="{3EB62B0C-5DA5-2BB4-50FF-9BA2856742A3}"/>
          </ac:inkMkLst>
        </pc:inkChg>
        <pc:inkChg chg="add mod">
          <ac:chgData name="hossam alzahrani" userId="fdac2997cc5b0bfe" providerId="LiveId" clId="{F2625555-E783-4D8B-BD21-7442D78D4EED}" dt="2026-03-30T00:06:21.807" v="1135"/>
          <ac:inkMkLst>
            <pc:docMk/>
            <pc:sldMk cId="2834895604" sldId="366"/>
            <ac:inkMk id="10" creationId="{C6B3EA8C-E664-1558-2895-6EF33BD27706}"/>
          </ac:inkMkLst>
        </pc:inkChg>
        <pc:inkChg chg="add mod">
          <ac:chgData name="hossam alzahrani" userId="fdac2997cc5b0bfe" providerId="LiveId" clId="{F2625555-E783-4D8B-BD21-7442D78D4EED}" dt="2026-03-30T00:06:21.807" v="1135"/>
          <ac:inkMkLst>
            <pc:docMk/>
            <pc:sldMk cId="2834895604" sldId="366"/>
            <ac:inkMk id="11" creationId="{573F30F3-7A28-582E-53B1-720D7FBD86D6}"/>
          </ac:inkMkLst>
        </pc:inkChg>
        <pc:inkChg chg="add mod">
          <ac:chgData name="hossam alzahrani" userId="fdac2997cc5b0bfe" providerId="LiveId" clId="{F2625555-E783-4D8B-BD21-7442D78D4EED}" dt="2026-03-30T00:06:17.144" v="1130"/>
          <ac:inkMkLst>
            <pc:docMk/>
            <pc:sldMk cId="2834895604" sldId="366"/>
            <ac:inkMk id="13" creationId="{64214B8E-AB94-59B9-941B-BB877D1D8C27}"/>
          </ac:inkMkLst>
        </pc:inkChg>
        <pc:inkChg chg="add">
          <ac:chgData name="hossam alzahrani" userId="fdac2997cc5b0bfe" providerId="LiveId" clId="{F2625555-E783-4D8B-BD21-7442D78D4EED}" dt="2026-03-30T00:06:18.684" v="1131" actId="9405"/>
          <ac:inkMkLst>
            <pc:docMk/>
            <pc:sldMk cId="2834895604" sldId="366"/>
            <ac:inkMk id="15" creationId="{6F6F2758-1AAE-D2CB-4900-37AF6E21A853}"/>
          </ac:inkMkLst>
        </pc:inkChg>
        <pc:inkChg chg="add mod">
          <ac:chgData name="hossam alzahrani" userId="fdac2997cc5b0bfe" providerId="LiveId" clId="{F2625555-E783-4D8B-BD21-7442D78D4EED}" dt="2026-03-30T00:06:21.807" v="1135"/>
          <ac:inkMkLst>
            <pc:docMk/>
            <pc:sldMk cId="2834895604" sldId="366"/>
            <ac:inkMk id="16" creationId="{A450B252-5E3A-8596-8BB9-77435FEFD4BE}"/>
          </ac:inkMkLst>
        </pc:inkChg>
        <pc:inkChg chg="add mod">
          <ac:chgData name="hossam alzahrani" userId="fdac2997cc5b0bfe" providerId="LiveId" clId="{F2625555-E783-4D8B-BD21-7442D78D4EED}" dt="2026-03-28T18:41:18.466" v="828"/>
          <ac:inkMkLst>
            <pc:docMk/>
            <pc:sldMk cId="2834895604" sldId="366"/>
            <ac:inkMk id="17" creationId="{2A3D6706-C9C3-CA70-76BB-F16D8D70C895}"/>
          </ac:inkMkLst>
        </pc:inkChg>
        <pc:inkChg chg="add">
          <ac:chgData name="hossam alzahrani" userId="fdac2997cc5b0bfe" providerId="LiveId" clId="{F2625555-E783-4D8B-BD21-7442D78D4EED}" dt="2026-03-30T00:06:20.476" v="1133" actId="9405"/>
          <ac:inkMkLst>
            <pc:docMk/>
            <pc:sldMk cId="2834895604" sldId="366"/>
            <ac:inkMk id="18" creationId="{C9D57B19-9B32-EAED-5224-2524EF45F789}"/>
          </ac:inkMkLst>
        </pc:inkChg>
        <pc:inkChg chg="add mod">
          <ac:chgData name="hossam alzahrani" userId="fdac2997cc5b0bfe" providerId="LiveId" clId="{F2625555-E783-4D8B-BD21-7442D78D4EED}" dt="2026-03-28T18:41:30.898" v="831"/>
          <ac:inkMkLst>
            <pc:docMk/>
            <pc:sldMk cId="2834895604" sldId="366"/>
            <ac:inkMk id="19" creationId="{CD191018-DA75-709E-1AD5-F5BA26D45E40}"/>
          </ac:inkMkLst>
        </pc:inkChg>
        <pc:inkChg chg="add">
          <ac:chgData name="hossam alzahrani" userId="fdac2997cc5b0bfe" providerId="LiveId" clId="{F2625555-E783-4D8B-BD21-7442D78D4EED}" dt="2026-03-28T18:41:32.339" v="832" actId="9405"/>
          <ac:inkMkLst>
            <pc:docMk/>
            <pc:sldMk cId="2834895604" sldId="366"/>
            <ac:inkMk id="20" creationId="{4106A7F6-691A-8C41-8BAE-6798F26DA89A}"/>
          </ac:inkMkLst>
        </pc:inkChg>
        <pc:inkChg chg="add">
          <ac:chgData name="hossam alzahrani" userId="fdac2997cc5b0bfe" providerId="LiveId" clId="{F2625555-E783-4D8B-BD21-7442D78D4EED}" dt="2026-03-28T18:41:35.518" v="833" actId="9405"/>
          <ac:inkMkLst>
            <pc:docMk/>
            <pc:sldMk cId="2834895604" sldId="366"/>
            <ac:inkMk id="21" creationId="{15A0E568-F4CC-3A3C-44C1-2A176DF6C399}"/>
          </ac:inkMkLst>
        </pc:inkChg>
        <pc:inkChg chg="add mod">
          <ac:chgData name="hossam alzahrani" userId="fdac2997cc5b0bfe" providerId="LiveId" clId="{F2625555-E783-4D8B-BD21-7442D78D4EED}" dt="2026-03-30T00:06:21.807" v="1135"/>
          <ac:inkMkLst>
            <pc:docMk/>
            <pc:sldMk cId="2834895604" sldId="366"/>
            <ac:inkMk id="22" creationId="{C9344944-C794-FDF0-4804-809AB79D1B07}"/>
          </ac:inkMkLst>
        </pc:inkChg>
        <pc:inkChg chg="add mod">
          <ac:chgData name="hossam alzahrani" userId="fdac2997cc5b0bfe" providerId="LiveId" clId="{F2625555-E783-4D8B-BD21-7442D78D4EED}" dt="2026-03-28T18:41:40.383" v="836"/>
          <ac:inkMkLst>
            <pc:docMk/>
            <pc:sldMk cId="2834895604" sldId="366"/>
            <ac:inkMk id="23" creationId="{D475BAAD-EDD7-481D-7CF2-A8377539DC25}"/>
          </ac:inkMkLst>
        </pc:inkChg>
        <pc:inkChg chg="add mod">
          <ac:chgData name="hossam alzahrani" userId="fdac2997cc5b0bfe" providerId="LiveId" clId="{F2625555-E783-4D8B-BD21-7442D78D4EED}" dt="2026-03-28T18:44:57.546" v="839"/>
          <ac:inkMkLst>
            <pc:docMk/>
            <pc:sldMk cId="2834895604" sldId="366"/>
            <ac:inkMk id="25" creationId="{2D772410-361C-32CA-25E5-DB2BDECE5457}"/>
          </ac:inkMkLst>
        </pc:inkChg>
        <pc:inkChg chg="add">
          <ac:chgData name="hossam alzahrani" userId="fdac2997cc5b0bfe" providerId="LiveId" clId="{F2625555-E783-4D8B-BD21-7442D78D4EED}" dt="2026-03-30T00:06:24.045" v="1136" actId="9405"/>
          <ac:inkMkLst>
            <pc:docMk/>
            <pc:sldMk cId="2834895604" sldId="366"/>
            <ac:inkMk id="26" creationId="{852DD140-D107-D0D5-69F4-4118AAC71EF9}"/>
          </ac:inkMkLst>
        </pc:inkChg>
        <pc:inkChg chg="add mod">
          <ac:chgData name="hossam alzahrani" userId="fdac2997cc5b0bfe" providerId="LiveId" clId="{F2625555-E783-4D8B-BD21-7442D78D4EED}" dt="2026-03-28T18:45:02.768" v="842"/>
          <ac:inkMkLst>
            <pc:docMk/>
            <pc:sldMk cId="2834895604" sldId="366"/>
            <ac:inkMk id="27" creationId="{66A8B3BF-7C43-D09F-204F-08F6AC4E56DE}"/>
          </ac:inkMkLst>
        </pc:inkChg>
        <pc:inkChg chg="add">
          <ac:chgData name="hossam alzahrani" userId="fdac2997cc5b0bfe" providerId="LiveId" clId="{F2625555-E783-4D8B-BD21-7442D78D4EED}" dt="2026-03-28T18:45:04.735" v="843" actId="9405"/>
          <ac:inkMkLst>
            <pc:docMk/>
            <pc:sldMk cId="2834895604" sldId="366"/>
            <ac:inkMk id="28" creationId="{873C95A8-A063-9AF0-9FC2-099451AB5128}"/>
          </ac:inkMkLst>
        </pc:inkChg>
        <pc:inkChg chg="add mod">
          <ac:chgData name="hossam alzahrani" userId="fdac2997cc5b0bfe" providerId="LiveId" clId="{F2625555-E783-4D8B-BD21-7442D78D4EED}" dt="2026-03-28T18:45:15.055" v="854"/>
          <ac:inkMkLst>
            <pc:docMk/>
            <pc:sldMk cId="2834895604" sldId="366"/>
            <ac:inkMk id="29" creationId="{E1275085-9AA1-962E-066A-83E29F11F77C}"/>
          </ac:inkMkLst>
        </pc:inkChg>
        <pc:inkChg chg="add mod">
          <ac:chgData name="hossam alzahrani" userId="fdac2997cc5b0bfe" providerId="LiveId" clId="{F2625555-E783-4D8B-BD21-7442D78D4EED}" dt="2026-03-28T18:45:15.055" v="854"/>
          <ac:inkMkLst>
            <pc:docMk/>
            <pc:sldMk cId="2834895604" sldId="366"/>
            <ac:inkMk id="30" creationId="{5C8EC735-C7AF-88DC-AD21-B4CAD762ABBA}"/>
          </ac:inkMkLst>
        </pc:inkChg>
        <pc:inkChg chg="add mod">
          <ac:chgData name="hossam alzahrani" userId="fdac2997cc5b0bfe" providerId="LiveId" clId="{F2625555-E783-4D8B-BD21-7442D78D4EED}" dt="2026-03-28T18:45:15.055" v="854"/>
          <ac:inkMkLst>
            <pc:docMk/>
            <pc:sldMk cId="2834895604" sldId="366"/>
            <ac:inkMk id="31" creationId="{9007A3B1-3C5B-931A-8226-1F660BC8DE67}"/>
          </ac:inkMkLst>
        </pc:inkChg>
        <pc:inkChg chg="add mod">
          <ac:chgData name="hossam alzahrani" userId="fdac2997cc5b0bfe" providerId="LiveId" clId="{F2625555-E783-4D8B-BD21-7442D78D4EED}" dt="2026-03-28T18:45:13.186" v="852"/>
          <ac:inkMkLst>
            <pc:docMk/>
            <pc:sldMk cId="2834895604" sldId="366"/>
            <ac:inkMk id="32" creationId="{B601528F-8579-3ED7-4E29-91AAF1979AFA}"/>
          </ac:inkMkLst>
        </pc:inkChg>
        <pc:inkChg chg="add mod">
          <ac:chgData name="hossam alzahrani" userId="fdac2997cc5b0bfe" providerId="LiveId" clId="{F2625555-E783-4D8B-BD21-7442D78D4EED}" dt="2026-03-28T18:45:15.055" v="854"/>
          <ac:inkMkLst>
            <pc:docMk/>
            <pc:sldMk cId="2834895604" sldId="366"/>
            <ac:inkMk id="33" creationId="{EAC08FA8-878B-2BD5-3C8B-42E9FEF84CAA}"/>
          </ac:inkMkLst>
        </pc:inkChg>
        <pc:inkChg chg="add mod">
          <ac:chgData name="hossam alzahrani" userId="fdac2997cc5b0bfe" providerId="LiveId" clId="{F2625555-E783-4D8B-BD21-7442D78D4EED}" dt="2026-03-28T18:45:15.055" v="854"/>
          <ac:inkMkLst>
            <pc:docMk/>
            <pc:sldMk cId="2834895604" sldId="366"/>
            <ac:inkMk id="34" creationId="{B45BAE61-C823-3EE6-2B8D-6CCC72018A85}"/>
          </ac:inkMkLst>
        </pc:inkChg>
        <pc:inkChg chg="add mod">
          <ac:chgData name="hossam alzahrani" userId="fdac2997cc5b0bfe" providerId="LiveId" clId="{F2625555-E783-4D8B-BD21-7442D78D4EED}" dt="2026-03-28T18:45:15.055" v="854"/>
          <ac:inkMkLst>
            <pc:docMk/>
            <pc:sldMk cId="2834895604" sldId="366"/>
            <ac:inkMk id="35" creationId="{237F6A55-A387-0559-7ABA-D4827310F375}"/>
          </ac:inkMkLst>
        </pc:inkChg>
        <pc:inkChg chg="add mod">
          <ac:chgData name="hossam alzahrani" userId="fdac2997cc5b0bfe" providerId="LiveId" clId="{F2625555-E783-4D8B-BD21-7442D78D4EED}" dt="2026-03-28T18:45:15.055" v="854"/>
          <ac:inkMkLst>
            <pc:docMk/>
            <pc:sldMk cId="2834895604" sldId="366"/>
            <ac:inkMk id="36" creationId="{83FBA10B-77BF-5692-424D-86B1FEC2452D}"/>
          </ac:inkMkLst>
        </pc:inkChg>
        <pc:inkChg chg="add mod">
          <ac:chgData name="hossam alzahrani" userId="fdac2997cc5b0bfe" providerId="LiveId" clId="{F2625555-E783-4D8B-BD21-7442D78D4EED}" dt="2026-03-28T18:45:15.055" v="854"/>
          <ac:inkMkLst>
            <pc:docMk/>
            <pc:sldMk cId="2834895604" sldId="366"/>
            <ac:inkMk id="38" creationId="{FB3ECEA1-5B05-69D9-D1BF-E38D36E24B11}"/>
          </ac:inkMkLst>
        </pc:inkChg>
        <pc:inkChg chg="add">
          <ac:chgData name="hossam alzahrani" userId="fdac2997cc5b0bfe" providerId="LiveId" clId="{F2625555-E783-4D8B-BD21-7442D78D4EED}" dt="2026-03-28T18:45:16.952" v="855" actId="9405"/>
          <ac:inkMkLst>
            <pc:docMk/>
            <pc:sldMk cId="2834895604" sldId="366"/>
            <ac:inkMk id="40" creationId="{573A3612-92AF-CD72-FEED-D3C9794C51E2}"/>
          </ac:inkMkLst>
        </pc:inkChg>
        <pc:inkChg chg="add">
          <ac:chgData name="hossam alzahrani" userId="fdac2997cc5b0bfe" providerId="LiveId" clId="{F2625555-E783-4D8B-BD21-7442D78D4EED}" dt="2026-03-28T18:45:18.170" v="856" actId="9405"/>
          <ac:inkMkLst>
            <pc:docMk/>
            <pc:sldMk cId="2834895604" sldId="366"/>
            <ac:inkMk id="41" creationId="{3623ED73-457E-A3B1-B143-B8B81CCDC936}"/>
          </ac:inkMkLst>
        </pc:inkChg>
      </pc:sldChg>
      <pc:sldChg chg="addSp delSp modSp mod">
        <pc:chgData name="hossam alzahrani" userId="fdac2997cc5b0bfe" providerId="LiveId" clId="{F2625555-E783-4D8B-BD21-7442D78D4EED}" dt="2026-03-27T22:44:11.975" v="598"/>
        <pc:sldMkLst>
          <pc:docMk/>
          <pc:sldMk cId="1517693903" sldId="367"/>
        </pc:sldMkLst>
        <pc:inkChg chg="add mod">
          <ac:chgData name="hossam alzahrani" userId="fdac2997cc5b0bfe" providerId="LiveId" clId="{F2625555-E783-4D8B-BD21-7442D78D4EED}" dt="2026-03-27T22:42:59.211" v="566"/>
          <ac:inkMkLst>
            <pc:docMk/>
            <pc:sldMk cId="1517693903" sldId="367"/>
            <ac:inkMk id="5" creationId="{228D59CF-0228-9071-52E7-753BFA2B4C5A}"/>
          </ac:inkMkLst>
        </pc:inkChg>
        <pc:inkChg chg="add">
          <ac:chgData name="hossam alzahrani" userId="fdac2997cc5b0bfe" providerId="LiveId" clId="{F2625555-E783-4D8B-BD21-7442D78D4EED}" dt="2026-03-27T22:43:07.582" v="569" actId="9405"/>
          <ac:inkMkLst>
            <pc:docMk/>
            <pc:sldMk cId="1517693903" sldId="367"/>
            <ac:inkMk id="7" creationId="{25A9CD1B-0DA8-A7AF-2DD1-5B300B8D0579}"/>
          </ac:inkMkLst>
        </pc:inkChg>
        <pc:inkChg chg="add">
          <ac:chgData name="hossam alzahrani" userId="fdac2997cc5b0bfe" providerId="LiveId" clId="{F2625555-E783-4D8B-BD21-7442D78D4EED}" dt="2026-03-27T22:43:14.323" v="570" actId="9405"/>
          <ac:inkMkLst>
            <pc:docMk/>
            <pc:sldMk cId="1517693903" sldId="367"/>
            <ac:inkMk id="8" creationId="{E8B90C40-2798-E5B2-A744-3312DBD95238}"/>
          </ac:inkMkLst>
        </pc:inkChg>
        <pc:inkChg chg="add">
          <ac:chgData name="hossam alzahrani" userId="fdac2997cc5b0bfe" providerId="LiveId" clId="{F2625555-E783-4D8B-BD21-7442D78D4EED}" dt="2026-03-27T22:43:14.986" v="571" actId="9405"/>
          <ac:inkMkLst>
            <pc:docMk/>
            <pc:sldMk cId="1517693903" sldId="367"/>
            <ac:inkMk id="9" creationId="{0D3BBD71-4809-9DC8-C099-54E1921CABAD}"/>
          </ac:inkMkLst>
        </pc:inkChg>
        <pc:inkChg chg="add del">
          <ac:chgData name="hossam alzahrani" userId="fdac2997cc5b0bfe" providerId="LiveId" clId="{F2625555-E783-4D8B-BD21-7442D78D4EED}" dt="2026-03-27T22:43:19.173" v="576"/>
          <ac:inkMkLst>
            <pc:docMk/>
            <pc:sldMk cId="1517693903" sldId="367"/>
            <ac:inkMk id="10" creationId="{DC5F2998-2336-BB8D-8F6B-B71C043135E7}"/>
          </ac:inkMkLst>
        </pc:inkChg>
        <pc:inkChg chg="add mod">
          <ac:chgData name="hossam alzahrani" userId="fdac2997cc5b0bfe" providerId="LiveId" clId="{F2625555-E783-4D8B-BD21-7442D78D4EED}" dt="2026-03-27T22:43:39.517" v="579"/>
          <ac:inkMkLst>
            <pc:docMk/>
            <pc:sldMk cId="1517693903" sldId="367"/>
            <ac:inkMk id="13" creationId="{AA385E01-864E-1160-89B8-EDE9E62F4810}"/>
          </ac:inkMkLst>
        </pc:inkChg>
        <pc:inkChg chg="add mod">
          <ac:chgData name="hossam alzahrani" userId="fdac2997cc5b0bfe" providerId="LiveId" clId="{F2625555-E783-4D8B-BD21-7442D78D4EED}" dt="2026-03-27T22:43:43.189" v="582"/>
          <ac:inkMkLst>
            <pc:docMk/>
            <pc:sldMk cId="1517693903" sldId="367"/>
            <ac:inkMk id="15" creationId="{ED899BC8-DE0A-F983-7AB2-267C41D06919}"/>
          </ac:inkMkLst>
        </pc:inkChg>
        <pc:inkChg chg="add">
          <ac:chgData name="hossam alzahrani" userId="fdac2997cc5b0bfe" providerId="LiveId" clId="{F2625555-E783-4D8B-BD21-7442D78D4EED}" dt="2026-03-27T22:43:45.679" v="583" actId="9405"/>
          <ac:inkMkLst>
            <pc:docMk/>
            <pc:sldMk cId="1517693903" sldId="367"/>
            <ac:inkMk id="16" creationId="{8CD0C293-240C-3582-325F-DF622B118774}"/>
          </ac:inkMkLst>
        </pc:inkChg>
        <pc:inkChg chg="add mod">
          <ac:chgData name="hossam alzahrani" userId="fdac2997cc5b0bfe" providerId="LiveId" clId="{F2625555-E783-4D8B-BD21-7442D78D4EED}" dt="2026-03-27T22:43:50.777" v="586"/>
          <ac:inkMkLst>
            <pc:docMk/>
            <pc:sldMk cId="1517693903" sldId="367"/>
            <ac:inkMk id="18" creationId="{D676266D-0280-C898-A1E1-FB8375B46862}"/>
          </ac:inkMkLst>
        </pc:inkChg>
        <pc:inkChg chg="add mod">
          <ac:chgData name="hossam alzahrani" userId="fdac2997cc5b0bfe" providerId="LiveId" clId="{F2625555-E783-4D8B-BD21-7442D78D4EED}" dt="2026-03-27T22:43:54.116" v="589"/>
          <ac:inkMkLst>
            <pc:docMk/>
            <pc:sldMk cId="1517693903" sldId="367"/>
            <ac:inkMk id="20" creationId="{005EE8D1-6DB6-4404-EE91-0282FAB4B82F}"/>
          </ac:inkMkLst>
        </pc:inkChg>
        <pc:inkChg chg="add mod">
          <ac:chgData name="hossam alzahrani" userId="fdac2997cc5b0bfe" providerId="LiveId" clId="{F2625555-E783-4D8B-BD21-7442D78D4EED}" dt="2026-03-27T22:43:59.904" v="592"/>
          <ac:inkMkLst>
            <pc:docMk/>
            <pc:sldMk cId="1517693903" sldId="367"/>
            <ac:inkMk id="22" creationId="{ADDE59A3-DF26-F452-A2B4-8BD2BCA57C5E}"/>
          </ac:inkMkLst>
        </pc:inkChg>
        <pc:inkChg chg="add">
          <ac:chgData name="hossam alzahrani" userId="fdac2997cc5b0bfe" providerId="LiveId" clId="{F2625555-E783-4D8B-BD21-7442D78D4EED}" dt="2026-03-27T22:44:02.627" v="593" actId="9405"/>
          <ac:inkMkLst>
            <pc:docMk/>
            <pc:sldMk cId="1517693903" sldId="367"/>
            <ac:inkMk id="23" creationId="{7E8DF5E0-C727-9251-EEF5-224230BAD7D0}"/>
          </ac:inkMkLst>
        </pc:inkChg>
        <pc:inkChg chg="add">
          <ac:chgData name="hossam alzahrani" userId="fdac2997cc5b0bfe" providerId="LiveId" clId="{F2625555-E783-4D8B-BD21-7442D78D4EED}" dt="2026-03-27T22:44:04.837" v="595"/>
          <ac:inkMkLst>
            <pc:docMk/>
            <pc:sldMk cId="1517693903" sldId="367"/>
            <ac:inkMk id="25" creationId="{F2678514-BB96-4897-87FE-8AA4CCB15585}"/>
          </ac:inkMkLst>
        </pc:inkChg>
        <pc:inkChg chg="add mod">
          <ac:chgData name="hossam alzahrani" userId="fdac2997cc5b0bfe" providerId="LiveId" clId="{F2625555-E783-4D8B-BD21-7442D78D4EED}" dt="2026-03-27T22:44:11.975" v="598"/>
          <ac:inkMkLst>
            <pc:docMk/>
            <pc:sldMk cId="1517693903" sldId="367"/>
            <ac:inkMk id="27" creationId="{23F59EA9-F3AE-9BF3-48A9-AF8BC48BBB74}"/>
          </ac:inkMkLst>
        </pc:inkChg>
      </pc:sldChg>
      <pc:sldChg chg="addSp delSp modSp mod">
        <pc:chgData name="hossam alzahrani" userId="fdac2997cc5b0bfe" providerId="LiveId" clId="{F2625555-E783-4D8B-BD21-7442D78D4EED}" dt="2026-03-28T17:44:11.617" v="803"/>
        <pc:sldMkLst>
          <pc:docMk/>
          <pc:sldMk cId="3929905639" sldId="368"/>
        </pc:sldMkLst>
        <pc:inkChg chg="add mod">
          <ac:chgData name="hossam alzahrani" userId="fdac2997cc5b0bfe" providerId="LiveId" clId="{F2625555-E783-4D8B-BD21-7442D78D4EED}" dt="2026-03-28T17:43:57.303" v="787"/>
          <ac:inkMkLst>
            <pc:docMk/>
            <pc:sldMk cId="3929905639" sldId="368"/>
            <ac:inkMk id="5" creationId="{8F161972-44DF-6F3A-6441-A62D943542E3}"/>
          </ac:inkMkLst>
        </pc:inkChg>
        <pc:inkChg chg="add mod">
          <ac:chgData name="hossam alzahrani" userId="fdac2997cc5b0bfe" providerId="LiveId" clId="{F2625555-E783-4D8B-BD21-7442D78D4EED}" dt="2026-03-28T17:44:00.059" v="790"/>
          <ac:inkMkLst>
            <pc:docMk/>
            <pc:sldMk cId="3929905639" sldId="368"/>
            <ac:inkMk id="7" creationId="{5CD0D669-F760-29E4-FF19-DCA117AC6F9B}"/>
          </ac:inkMkLst>
        </pc:inkChg>
        <pc:inkChg chg="add mod">
          <ac:chgData name="hossam alzahrani" userId="fdac2997cc5b0bfe" providerId="LiveId" clId="{F2625555-E783-4D8B-BD21-7442D78D4EED}" dt="2026-03-28T17:44:02.846" v="793"/>
          <ac:inkMkLst>
            <pc:docMk/>
            <pc:sldMk cId="3929905639" sldId="368"/>
            <ac:inkMk id="9" creationId="{2E92222B-45FF-39FF-59DA-9A0DE198A2BE}"/>
          </ac:inkMkLst>
        </pc:inkChg>
        <pc:inkChg chg="add">
          <ac:chgData name="hossam alzahrani" userId="fdac2997cc5b0bfe" providerId="LiveId" clId="{F2625555-E783-4D8B-BD21-7442D78D4EED}" dt="2026-03-28T17:44:04.159" v="794" actId="9405"/>
          <ac:inkMkLst>
            <pc:docMk/>
            <pc:sldMk cId="3929905639" sldId="368"/>
            <ac:inkMk id="10" creationId="{F506252F-3366-1A2B-DD88-1F0BC4E55F29}"/>
          </ac:inkMkLst>
        </pc:inkChg>
        <pc:inkChg chg="add mod">
          <ac:chgData name="hossam alzahrani" userId="fdac2997cc5b0bfe" providerId="LiveId" clId="{F2625555-E783-4D8B-BD21-7442D78D4EED}" dt="2026-03-28T17:44:06.356" v="797"/>
          <ac:inkMkLst>
            <pc:docMk/>
            <pc:sldMk cId="3929905639" sldId="368"/>
            <ac:inkMk id="12" creationId="{F1355732-1913-71FD-A80E-F2093B8A7CFE}"/>
          </ac:inkMkLst>
        </pc:inkChg>
        <pc:inkChg chg="add mod">
          <ac:chgData name="hossam alzahrani" userId="fdac2997cc5b0bfe" providerId="LiveId" clId="{F2625555-E783-4D8B-BD21-7442D78D4EED}" dt="2026-03-28T17:44:09.238" v="800"/>
          <ac:inkMkLst>
            <pc:docMk/>
            <pc:sldMk cId="3929905639" sldId="368"/>
            <ac:inkMk id="14" creationId="{D3F482F6-C1D1-158D-6F1B-E7153500A3B0}"/>
          </ac:inkMkLst>
        </pc:inkChg>
        <pc:inkChg chg="add mod">
          <ac:chgData name="hossam alzahrani" userId="fdac2997cc5b0bfe" providerId="LiveId" clId="{F2625555-E783-4D8B-BD21-7442D78D4EED}" dt="2026-03-28T17:44:11.617" v="803"/>
          <ac:inkMkLst>
            <pc:docMk/>
            <pc:sldMk cId="3929905639" sldId="368"/>
            <ac:inkMk id="16" creationId="{6A23CA38-988B-0C62-5B5B-E4EB7D2CE9B2}"/>
          </ac:inkMkLst>
        </pc:inkChg>
      </pc:sldChg>
      <pc:sldChg chg="addSp delSp modSp mod">
        <pc:chgData name="hossam alzahrani" userId="fdac2997cc5b0bfe" providerId="LiveId" clId="{F2625555-E783-4D8B-BD21-7442D78D4EED}" dt="2026-03-28T18:56:10.570" v="879" actId="9405"/>
        <pc:sldMkLst>
          <pc:docMk/>
          <pc:sldMk cId="673484481" sldId="369"/>
        </pc:sldMkLst>
        <pc:inkChg chg="add mod">
          <ac:chgData name="hossam alzahrani" userId="fdac2997cc5b0bfe" providerId="LiveId" clId="{F2625555-E783-4D8B-BD21-7442D78D4EED}" dt="2026-03-28T18:55:15.623" v="859"/>
          <ac:inkMkLst>
            <pc:docMk/>
            <pc:sldMk cId="673484481" sldId="369"/>
            <ac:inkMk id="5" creationId="{CDA44102-42A3-95D4-0817-FA7EB9E245FD}"/>
          </ac:inkMkLst>
        </pc:inkChg>
        <pc:inkChg chg="add mod">
          <ac:chgData name="hossam alzahrani" userId="fdac2997cc5b0bfe" providerId="LiveId" clId="{F2625555-E783-4D8B-BD21-7442D78D4EED}" dt="2026-03-28T18:55:20.326" v="862"/>
          <ac:inkMkLst>
            <pc:docMk/>
            <pc:sldMk cId="673484481" sldId="369"/>
            <ac:inkMk id="7" creationId="{DA0CE6AC-FCBF-C50F-F131-54CAAABB2BE5}"/>
          </ac:inkMkLst>
        </pc:inkChg>
        <pc:inkChg chg="add mod">
          <ac:chgData name="hossam alzahrani" userId="fdac2997cc5b0bfe" providerId="LiveId" clId="{F2625555-E783-4D8B-BD21-7442D78D4EED}" dt="2026-03-28T18:55:31.462" v="865"/>
          <ac:inkMkLst>
            <pc:docMk/>
            <pc:sldMk cId="673484481" sldId="369"/>
            <ac:inkMk id="9" creationId="{283C76AB-4BF4-A686-69AB-430362F89023}"/>
          </ac:inkMkLst>
        </pc:inkChg>
        <pc:inkChg chg="add mod">
          <ac:chgData name="hossam alzahrani" userId="fdac2997cc5b0bfe" providerId="LiveId" clId="{F2625555-E783-4D8B-BD21-7442D78D4EED}" dt="2026-03-28T18:55:36.002" v="868"/>
          <ac:inkMkLst>
            <pc:docMk/>
            <pc:sldMk cId="673484481" sldId="369"/>
            <ac:inkMk id="11" creationId="{B371E091-0237-0CC2-AFA5-EC11DE1CD205}"/>
          </ac:inkMkLst>
        </pc:inkChg>
        <pc:inkChg chg="add">
          <ac:chgData name="hossam alzahrani" userId="fdac2997cc5b0bfe" providerId="LiveId" clId="{F2625555-E783-4D8B-BD21-7442D78D4EED}" dt="2026-03-28T18:55:37.732" v="869" actId="9405"/>
          <ac:inkMkLst>
            <pc:docMk/>
            <pc:sldMk cId="673484481" sldId="369"/>
            <ac:inkMk id="12" creationId="{C920313A-2717-B94E-E136-629EDA0B9CE9}"/>
          </ac:inkMkLst>
        </pc:inkChg>
        <pc:inkChg chg="add">
          <ac:chgData name="hossam alzahrani" userId="fdac2997cc5b0bfe" providerId="LiveId" clId="{F2625555-E783-4D8B-BD21-7442D78D4EED}" dt="2026-03-28T18:55:47.483" v="871"/>
          <ac:inkMkLst>
            <pc:docMk/>
            <pc:sldMk cId="673484481" sldId="369"/>
            <ac:inkMk id="14" creationId="{67379E41-876A-F0D5-F564-A955CA6265C3}"/>
          </ac:inkMkLst>
        </pc:inkChg>
        <pc:inkChg chg="add mod">
          <ac:chgData name="hossam alzahrani" userId="fdac2997cc5b0bfe" providerId="LiveId" clId="{F2625555-E783-4D8B-BD21-7442D78D4EED}" dt="2026-03-28T18:55:55.097" v="874"/>
          <ac:inkMkLst>
            <pc:docMk/>
            <pc:sldMk cId="673484481" sldId="369"/>
            <ac:inkMk id="16" creationId="{FC008640-7EF7-CC82-B207-255382ABC66C}"/>
          </ac:inkMkLst>
        </pc:inkChg>
        <pc:inkChg chg="add">
          <ac:chgData name="hossam alzahrani" userId="fdac2997cc5b0bfe" providerId="LiveId" clId="{F2625555-E783-4D8B-BD21-7442D78D4EED}" dt="2026-03-28T18:55:59.660" v="875" actId="9405"/>
          <ac:inkMkLst>
            <pc:docMk/>
            <pc:sldMk cId="673484481" sldId="369"/>
            <ac:inkMk id="17" creationId="{7D0389A4-C15E-180B-7A55-5B34C4EF2D17}"/>
          </ac:inkMkLst>
        </pc:inkChg>
        <pc:inkChg chg="add mod">
          <ac:chgData name="hossam alzahrani" userId="fdac2997cc5b0bfe" providerId="LiveId" clId="{F2625555-E783-4D8B-BD21-7442D78D4EED}" dt="2026-03-28T18:56:07.825" v="878"/>
          <ac:inkMkLst>
            <pc:docMk/>
            <pc:sldMk cId="673484481" sldId="369"/>
            <ac:inkMk id="19" creationId="{BC929777-357E-72DE-2B8E-75B083F2BF48}"/>
          </ac:inkMkLst>
        </pc:inkChg>
        <pc:inkChg chg="add">
          <ac:chgData name="hossam alzahrani" userId="fdac2997cc5b0bfe" providerId="LiveId" clId="{F2625555-E783-4D8B-BD21-7442D78D4EED}" dt="2026-03-28T18:56:10.570" v="879" actId="9405"/>
          <ac:inkMkLst>
            <pc:docMk/>
            <pc:sldMk cId="673484481" sldId="369"/>
            <ac:inkMk id="20" creationId="{56E66A08-AA22-2490-D42A-FF8973EB830F}"/>
          </ac:inkMkLst>
        </pc:inkChg>
      </pc:sldChg>
      <pc:sldChg chg="addSp delSp modSp mod">
        <pc:chgData name="hossam alzahrani" userId="fdac2997cc5b0bfe" providerId="LiveId" clId="{F2625555-E783-4D8B-BD21-7442D78D4EED}" dt="2026-03-28T20:46:53.171" v="926" actId="9405"/>
        <pc:sldMkLst>
          <pc:docMk/>
          <pc:sldMk cId="2602707015" sldId="370"/>
        </pc:sldMkLst>
        <pc:grpChg chg="mod">
          <ac:chgData name="hossam alzahrani" userId="fdac2997cc5b0bfe" providerId="LiveId" clId="{F2625555-E783-4D8B-BD21-7442D78D4EED}" dt="2026-03-28T20:46:44.719" v="920"/>
          <ac:grpSpMkLst>
            <pc:docMk/>
            <pc:sldMk cId="2602707015" sldId="370"/>
            <ac:grpSpMk id="33" creationId="{84C7925C-EA80-B583-140A-C1EB84B12CF8}"/>
          </ac:grpSpMkLst>
        </pc:grpChg>
        <pc:inkChg chg="add">
          <ac:chgData name="hossam alzahrani" userId="fdac2997cc5b0bfe" providerId="LiveId" clId="{F2625555-E783-4D8B-BD21-7442D78D4EED}" dt="2026-03-28T20:27:29.321" v="882" actId="9405"/>
          <ac:inkMkLst>
            <pc:docMk/>
            <pc:sldMk cId="2602707015" sldId="370"/>
            <ac:inkMk id="4" creationId="{68D45EE9-B667-E437-4262-E407D75E276B}"/>
          </ac:inkMkLst>
        </pc:inkChg>
        <pc:inkChg chg="add mod">
          <ac:chgData name="hossam alzahrani" userId="fdac2997cc5b0bfe" providerId="LiveId" clId="{F2625555-E783-4D8B-BD21-7442D78D4EED}" dt="2026-03-28T20:27:34.345" v="885"/>
          <ac:inkMkLst>
            <pc:docMk/>
            <pc:sldMk cId="2602707015" sldId="370"/>
            <ac:inkMk id="6" creationId="{F5BA84B6-3631-37D1-2D70-A38667D29901}"/>
          </ac:inkMkLst>
        </pc:inkChg>
        <pc:inkChg chg="add">
          <ac:chgData name="hossam alzahrani" userId="fdac2997cc5b0bfe" providerId="LiveId" clId="{F2625555-E783-4D8B-BD21-7442D78D4EED}" dt="2026-03-28T20:27:36.514" v="886" actId="9405"/>
          <ac:inkMkLst>
            <pc:docMk/>
            <pc:sldMk cId="2602707015" sldId="370"/>
            <ac:inkMk id="7" creationId="{EC4CEF1A-54BE-4F1F-1E09-C02188BA3677}"/>
          </ac:inkMkLst>
        </pc:inkChg>
        <pc:inkChg chg="add">
          <ac:chgData name="hossam alzahrani" userId="fdac2997cc5b0bfe" providerId="LiveId" clId="{F2625555-E783-4D8B-BD21-7442D78D4EED}" dt="2026-03-28T20:27:54.584" v="887" actId="9405"/>
          <ac:inkMkLst>
            <pc:docMk/>
            <pc:sldMk cId="2602707015" sldId="370"/>
            <ac:inkMk id="8" creationId="{224A2404-5F69-ED06-51FD-078F4E4FB024}"/>
          </ac:inkMkLst>
        </pc:inkChg>
        <pc:inkChg chg="add mod">
          <ac:chgData name="hossam alzahrani" userId="fdac2997cc5b0bfe" providerId="LiveId" clId="{F2625555-E783-4D8B-BD21-7442D78D4EED}" dt="2026-03-28T20:27:56.269" v="890"/>
          <ac:inkMkLst>
            <pc:docMk/>
            <pc:sldMk cId="2602707015" sldId="370"/>
            <ac:inkMk id="10" creationId="{3327D55C-7559-D149-9BCB-9C134B9F5BE1}"/>
          </ac:inkMkLst>
        </pc:inkChg>
        <pc:inkChg chg="add">
          <ac:chgData name="hossam alzahrani" userId="fdac2997cc5b0bfe" providerId="LiveId" clId="{F2625555-E783-4D8B-BD21-7442D78D4EED}" dt="2026-03-28T20:27:58.679" v="892"/>
          <ac:inkMkLst>
            <pc:docMk/>
            <pc:sldMk cId="2602707015" sldId="370"/>
            <ac:inkMk id="12" creationId="{2A42F09D-FB8C-C26D-8C17-15711FFC6CCC}"/>
          </ac:inkMkLst>
        </pc:inkChg>
        <pc:inkChg chg="add">
          <ac:chgData name="hossam alzahrani" userId="fdac2997cc5b0bfe" providerId="LiveId" clId="{F2625555-E783-4D8B-BD21-7442D78D4EED}" dt="2026-03-28T20:28:02.684" v="894"/>
          <ac:inkMkLst>
            <pc:docMk/>
            <pc:sldMk cId="2602707015" sldId="370"/>
            <ac:inkMk id="14" creationId="{471617EF-3B15-9947-22FA-4326C8E28765}"/>
          </ac:inkMkLst>
        </pc:inkChg>
        <pc:inkChg chg="add mod">
          <ac:chgData name="hossam alzahrani" userId="fdac2997cc5b0bfe" providerId="LiveId" clId="{F2625555-E783-4D8B-BD21-7442D78D4EED}" dt="2026-03-28T20:28:06.414" v="897"/>
          <ac:inkMkLst>
            <pc:docMk/>
            <pc:sldMk cId="2602707015" sldId="370"/>
            <ac:inkMk id="16" creationId="{58171816-0C35-B3D4-2D85-555C784B1603}"/>
          </ac:inkMkLst>
        </pc:inkChg>
        <pc:inkChg chg="add mod">
          <ac:chgData name="hossam alzahrani" userId="fdac2997cc5b0bfe" providerId="LiveId" clId="{F2625555-E783-4D8B-BD21-7442D78D4EED}" dt="2026-03-28T20:28:10.075" v="900"/>
          <ac:inkMkLst>
            <pc:docMk/>
            <pc:sldMk cId="2602707015" sldId="370"/>
            <ac:inkMk id="18" creationId="{878C7436-FA9F-C713-AE1C-7444650CE5F8}"/>
          </ac:inkMkLst>
        </pc:inkChg>
        <pc:inkChg chg="add mod">
          <ac:chgData name="hossam alzahrani" userId="fdac2997cc5b0bfe" providerId="LiveId" clId="{F2625555-E783-4D8B-BD21-7442D78D4EED}" dt="2026-03-28T20:28:14.072" v="903"/>
          <ac:inkMkLst>
            <pc:docMk/>
            <pc:sldMk cId="2602707015" sldId="370"/>
            <ac:inkMk id="20" creationId="{EF6A26A7-0AA1-1D5F-C3F7-C77E5BF62A4D}"/>
          </ac:inkMkLst>
        </pc:inkChg>
        <pc:inkChg chg="add mod">
          <ac:chgData name="hossam alzahrani" userId="fdac2997cc5b0bfe" providerId="LiveId" clId="{F2625555-E783-4D8B-BD21-7442D78D4EED}" dt="2026-03-28T20:28:17.870" v="906"/>
          <ac:inkMkLst>
            <pc:docMk/>
            <pc:sldMk cId="2602707015" sldId="370"/>
            <ac:inkMk id="22" creationId="{6713FEDE-DA93-A931-27FB-9C4588566EB6}"/>
          </ac:inkMkLst>
        </pc:inkChg>
        <pc:inkChg chg="add mod">
          <ac:chgData name="hossam alzahrani" userId="fdac2997cc5b0bfe" providerId="LiveId" clId="{F2625555-E783-4D8B-BD21-7442D78D4EED}" dt="2026-03-28T20:46:28.322" v="909"/>
          <ac:inkMkLst>
            <pc:docMk/>
            <pc:sldMk cId="2602707015" sldId="370"/>
            <ac:inkMk id="24" creationId="{55C5A1CF-1031-A05B-675A-F163C19CD16C}"/>
          </ac:inkMkLst>
        </pc:inkChg>
        <pc:inkChg chg="add mod">
          <ac:chgData name="hossam alzahrani" userId="fdac2997cc5b0bfe" providerId="LiveId" clId="{F2625555-E783-4D8B-BD21-7442D78D4EED}" dt="2026-03-28T20:46:30.190" v="912"/>
          <ac:inkMkLst>
            <pc:docMk/>
            <pc:sldMk cId="2602707015" sldId="370"/>
            <ac:inkMk id="26" creationId="{B160BCD5-99EB-7A61-1A35-BFE8E711530E}"/>
          </ac:inkMkLst>
        </pc:inkChg>
        <pc:inkChg chg="add">
          <ac:chgData name="hossam alzahrani" userId="fdac2997cc5b0bfe" providerId="LiveId" clId="{F2625555-E783-4D8B-BD21-7442D78D4EED}" dt="2026-03-28T20:46:32.503" v="913" actId="9405"/>
          <ac:inkMkLst>
            <pc:docMk/>
            <pc:sldMk cId="2602707015" sldId="370"/>
            <ac:inkMk id="27" creationId="{D62C358F-6A2A-1A67-A22D-AB50908B48E6}"/>
          </ac:inkMkLst>
        </pc:inkChg>
        <pc:inkChg chg="add mod">
          <ac:chgData name="hossam alzahrani" userId="fdac2997cc5b0bfe" providerId="LiveId" clId="{F2625555-E783-4D8B-BD21-7442D78D4EED}" dt="2026-03-28T20:46:34.879" v="916"/>
          <ac:inkMkLst>
            <pc:docMk/>
            <pc:sldMk cId="2602707015" sldId="370"/>
            <ac:inkMk id="29" creationId="{AB383233-1D08-CD12-BDD3-71577EB784FB}"/>
          </ac:inkMkLst>
        </pc:inkChg>
        <pc:inkChg chg="add">
          <ac:chgData name="hossam alzahrani" userId="fdac2997cc5b0bfe" providerId="LiveId" clId="{F2625555-E783-4D8B-BD21-7442D78D4EED}" dt="2026-03-28T20:46:39.696" v="917" actId="9405"/>
          <ac:inkMkLst>
            <pc:docMk/>
            <pc:sldMk cId="2602707015" sldId="370"/>
            <ac:inkMk id="30" creationId="{A48BE100-4E85-44A2-CB77-181978104F7A}"/>
          </ac:inkMkLst>
        </pc:inkChg>
        <pc:inkChg chg="add mod">
          <ac:chgData name="hossam alzahrani" userId="fdac2997cc5b0bfe" providerId="LiveId" clId="{F2625555-E783-4D8B-BD21-7442D78D4EED}" dt="2026-03-28T20:46:44.719" v="920"/>
          <ac:inkMkLst>
            <pc:docMk/>
            <pc:sldMk cId="2602707015" sldId="370"/>
            <ac:inkMk id="31" creationId="{33C302A6-1DEF-BCCD-268D-4BA1E1904642}"/>
          </ac:inkMkLst>
        </pc:inkChg>
        <pc:inkChg chg="add mod">
          <ac:chgData name="hossam alzahrani" userId="fdac2997cc5b0bfe" providerId="LiveId" clId="{F2625555-E783-4D8B-BD21-7442D78D4EED}" dt="2026-03-28T20:46:44.719" v="920"/>
          <ac:inkMkLst>
            <pc:docMk/>
            <pc:sldMk cId="2602707015" sldId="370"/>
            <ac:inkMk id="32" creationId="{8D20E187-0DDB-F733-8517-BD10D696B9FE}"/>
          </ac:inkMkLst>
        </pc:inkChg>
        <pc:inkChg chg="add mod">
          <ac:chgData name="hossam alzahrani" userId="fdac2997cc5b0bfe" providerId="LiveId" clId="{F2625555-E783-4D8B-BD21-7442D78D4EED}" dt="2026-03-28T20:46:51.358" v="925"/>
          <ac:inkMkLst>
            <pc:docMk/>
            <pc:sldMk cId="2602707015" sldId="370"/>
            <ac:inkMk id="34" creationId="{C7D2B4EE-87FD-DAB3-971D-C095759800EB}"/>
          </ac:inkMkLst>
        </pc:inkChg>
        <pc:inkChg chg="add">
          <ac:chgData name="hossam alzahrani" userId="fdac2997cc5b0bfe" providerId="LiveId" clId="{F2625555-E783-4D8B-BD21-7442D78D4EED}" dt="2026-03-28T20:46:53.171" v="926" actId="9405"/>
          <ac:inkMkLst>
            <pc:docMk/>
            <pc:sldMk cId="2602707015" sldId="370"/>
            <ac:inkMk id="37" creationId="{71EBADC5-D532-5524-7A41-F68BFFE9DD85}"/>
          </ac:inkMkLst>
        </pc:inkChg>
      </pc:sldChg>
      <pc:sldChg chg="addSp delSp modSp mod">
        <pc:chgData name="hossam alzahrani" userId="fdac2997cc5b0bfe" providerId="LiveId" clId="{F2625555-E783-4D8B-BD21-7442D78D4EED}" dt="2026-03-28T20:57:43.655" v="954"/>
        <pc:sldMkLst>
          <pc:docMk/>
          <pc:sldMk cId="3434327618" sldId="371"/>
        </pc:sldMkLst>
        <pc:inkChg chg="add">
          <ac:chgData name="hossam alzahrani" userId="fdac2997cc5b0bfe" providerId="LiveId" clId="{F2625555-E783-4D8B-BD21-7442D78D4EED}" dt="2026-03-28T20:47:15.418" v="928"/>
          <ac:inkMkLst>
            <pc:docMk/>
            <pc:sldMk cId="3434327618" sldId="371"/>
            <ac:inkMk id="5" creationId="{23D1C02C-244D-B3B5-BAF2-18655E0A1D31}"/>
          </ac:inkMkLst>
        </pc:inkChg>
        <pc:inkChg chg="add">
          <ac:chgData name="hossam alzahrani" userId="fdac2997cc5b0bfe" providerId="LiveId" clId="{F2625555-E783-4D8B-BD21-7442D78D4EED}" dt="2026-03-28T20:57:00.769" v="929" actId="9405"/>
          <ac:inkMkLst>
            <pc:docMk/>
            <pc:sldMk cId="3434327618" sldId="371"/>
            <ac:inkMk id="6" creationId="{70C674CB-1A4B-F838-F3B7-78DBCFEFA7AD}"/>
          </ac:inkMkLst>
        </pc:inkChg>
        <pc:inkChg chg="add mod">
          <ac:chgData name="hossam alzahrani" userId="fdac2997cc5b0bfe" providerId="LiveId" clId="{F2625555-E783-4D8B-BD21-7442D78D4EED}" dt="2026-03-28T20:57:04.323" v="932"/>
          <ac:inkMkLst>
            <pc:docMk/>
            <pc:sldMk cId="3434327618" sldId="371"/>
            <ac:inkMk id="8" creationId="{267AE95A-4D7B-725B-8EF5-785D7C7D2AA5}"/>
          </ac:inkMkLst>
        </pc:inkChg>
        <pc:inkChg chg="add mod">
          <ac:chgData name="hossam alzahrani" userId="fdac2997cc5b0bfe" providerId="LiveId" clId="{F2625555-E783-4D8B-BD21-7442D78D4EED}" dt="2026-03-28T20:57:08.410" v="935"/>
          <ac:inkMkLst>
            <pc:docMk/>
            <pc:sldMk cId="3434327618" sldId="371"/>
            <ac:inkMk id="10" creationId="{0EC7E55A-CDE7-92B2-8A6B-54C84EE2D6C4}"/>
          </ac:inkMkLst>
        </pc:inkChg>
        <pc:inkChg chg="add mod">
          <ac:chgData name="hossam alzahrani" userId="fdac2997cc5b0bfe" providerId="LiveId" clId="{F2625555-E783-4D8B-BD21-7442D78D4EED}" dt="2026-03-28T20:57:21.984" v="938"/>
          <ac:inkMkLst>
            <pc:docMk/>
            <pc:sldMk cId="3434327618" sldId="371"/>
            <ac:inkMk id="12" creationId="{6B53DDCC-9EBD-7198-E78C-91E282873C3A}"/>
          </ac:inkMkLst>
        </pc:inkChg>
        <pc:inkChg chg="add">
          <ac:chgData name="hossam alzahrani" userId="fdac2997cc5b0bfe" providerId="LiveId" clId="{F2625555-E783-4D8B-BD21-7442D78D4EED}" dt="2026-03-28T20:57:24.223" v="940"/>
          <ac:inkMkLst>
            <pc:docMk/>
            <pc:sldMk cId="3434327618" sldId="371"/>
            <ac:inkMk id="14" creationId="{8A1D4B2E-7DCD-E233-9802-A929F84CD9F1}"/>
          </ac:inkMkLst>
        </pc:inkChg>
        <pc:inkChg chg="add">
          <ac:chgData name="hossam alzahrani" userId="fdac2997cc5b0bfe" providerId="LiveId" clId="{F2625555-E783-4D8B-BD21-7442D78D4EED}" dt="2026-03-28T20:57:25.427" v="941" actId="9405"/>
          <ac:inkMkLst>
            <pc:docMk/>
            <pc:sldMk cId="3434327618" sldId="371"/>
            <ac:inkMk id="15" creationId="{383428E7-2697-2C14-5995-C9238B523636}"/>
          </ac:inkMkLst>
        </pc:inkChg>
        <pc:inkChg chg="add mod">
          <ac:chgData name="hossam alzahrani" userId="fdac2997cc5b0bfe" providerId="LiveId" clId="{F2625555-E783-4D8B-BD21-7442D78D4EED}" dt="2026-03-28T20:57:34.684" v="944"/>
          <ac:inkMkLst>
            <pc:docMk/>
            <pc:sldMk cId="3434327618" sldId="371"/>
            <ac:inkMk id="17" creationId="{4E3A157E-4DEF-43DD-1D31-DDAD55D96D5A}"/>
          </ac:inkMkLst>
        </pc:inkChg>
        <pc:inkChg chg="add del">
          <ac:chgData name="hossam alzahrani" userId="fdac2997cc5b0bfe" providerId="LiveId" clId="{F2625555-E783-4D8B-BD21-7442D78D4EED}" dt="2026-03-28T20:57:38.199" v="949"/>
          <ac:inkMkLst>
            <pc:docMk/>
            <pc:sldMk cId="3434327618" sldId="371"/>
            <ac:inkMk id="18" creationId="{79FAEF64-D844-EE15-ECD5-2C6AEB092CDD}"/>
          </ac:inkMkLst>
        </pc:inkChg>
        <pc:inkChg chg="add mod">
          <ac:chgData name="hossam alzahrani" userId="fdac2997cc5b0bfe" providerId="LiveId" clId="{F2625555-E783-4D8B-BD21-7442D78D4EED}" dt="2026-03-28T20:57:40.997" v="952"/>
          <ac:inkMkLst>
            <pc:docMk/>
            <pc:sldMk cId="3434327618" sldId="371"/>
            <ac:inkMk id="21" creationId="{78573DAD-AEE9-3AE0-823A-30392DA144C5}"/>
          </ac:inkMkLst>
        </pc:inkChg>
        <pc:inkChg chg="add">
          <ac:chgData name="hossam alzahrani" userId="fdac2997cc5b0bfe" providerId="LiveId" clId="{F2625555-E783-4D8B-BD21-7442D78D4EED}" dt="2026-03-28T20:57:43.655" v="954"/>
          <ac:inkMkLst>
            <pc:docMk/>
            <pc:sldMk cId="3434327618" sldId="371"/>
            <ac:inkMk id="23" creationId="{E170C311-5712-5CCA-B261-62B3A89EAA4E}"/>
          </ac:inkMkLst>
        </pc:inkChg>
      </pc:sldChg>
      <pc:sldChg chg="addSp delSp modSp mod">
        <pc:chgData name="hossam alzahrani" userId="fdac2997cc5b0bfe" providerId="LiveId" clId="{F2625555-E783-4D8B-BD21-7442D78D4EED}" dt="2026-03-29T00:08:16.152" v="1085" actId="9405"/>
        <pc:sldMkLst>
          <pc:docMk/>
          <pc:sldMk cId="2467750707" sldId="377"/>
        </pc:sldMkLst>
        <pc:inkChg chg="add mod">
          <ac:chgData name="hossam alzahrani" userId="fdac2997cc5b0bfe" providerId="LiveId" clId="{F2625555-E783-4D8B-BD21-7442D78D4EED}" dt="2026-03-28T23:51:10.984" v="1069"/>
          <ac:inkMkLst>
            <pc:docMk/>
            <pc:sldMk cId="2467750707" sldId="377"/>
            <ac:inkMk id="5" creationId="{7F49F418-7D8C-3EA7-FEF8-141A3EFC7AA6}"/>
          </ac:inkMkLst>
        </pc:inkChg>
        <pc:inkChg chg="add mod">
          <ac:chgData name="hossam alzahrani" userId="fdac2997cc5b0bfe" providerId="LiveId" clId="{F2625555-E783-4D8B-BD21-7442D78D4EED}" dt="2026-03-28T23:51:15.109" v="1072"/>
          <ac:inkMkLst>
            <pc:docMk/>
            <pc:sldMk cId="2467750707" sldId="377"/>
            <ac:inkMk id="7" creationId="{C1614AD3-04D9-E8E4-51FD-9F73D2517FB1}"/>
          </ac:inkMkLst>
        </pc:inkChg>
        <pc:inkChg chg="add">
          <ac:chgData name="hossam alzahrani" userId="fdac2997cc5b0bfe" providerId="LiveId" clId="{F2625555-E783-4D8B-BD21-7442D78D4EED}" dt="2026-03-28T23:51:16.019" v="1073" actId="9405"/>
          <ac:inkMkLst>
            <pc:docMk/>
            <pc:sldMk cId="2467750707" sldId="377"/>
            <ac:inkMk id="8" creationId="{CFC5CEE3-3CFB-9FE6-8EE1-904CCBF96D4B}"/>
          </ac:inkMkLst>
        </pc:inkChg>
        <pc:inkChg chg="add">
          <ac:chgData name="hossam alzahrani" userId="fdac2997cc5b0bfe" providerId="LiveId" clId="{F2625555-E783-4D8B-BD21-7442D78D4EED}" dt="2026-03-28T23:51:47.966" v="1074" actId="9405"/>
          <ac:inkMkLst>
            <pc:docMk/>
            <pc:sldMk cId="2467750707" sldId="377"/>
            <ac:inkMk id="9" creationId="{99AA55D0-31D8-B1F0-C4AD-3EBE8E938886}"/>
          </ac:inkMkLst>
        </pc:inkChg>
        <pc:inkChg chg="add">
          <ac:chgData name="hossam alzahrani" userId="fdac2997cc5b0bfe" providerId="LiveId" clId="{F2625555-E783-4D8B-BD21-7442D78D4EED}" dt="2026-03-29T00:07:52.060" v="1075" actId="9405"/>
          <ac:inkMkLst>
            <pc:docMk/>
            <pc:sldMk cId="2467750707" sldId="377"/>
            <ac:inkMk id="10" creationId="{9FEB9D69-AD08-F88A-37B2-DD7D7AF260B0}"/>
          </ac:inkMkLst>
        </pc:inkChg>
        <pc:inkChg chg="add">
          <ac:chgData name="hossam alzahrani" userId="fdac2997cc5b0bfe" providerId="LiveId" clId="{F2625555-E783-4D8B-BD21-7442D78D4EED}" dt="2026-03-29T00:07:53.051" v="1076" actId="9405"/>
          <ac:inkMkLst>
            <pc:docMk/>
            <pc:sldMk cId="2467750707" sldId="377"/>
            <ac:inkMk id="11" creationId="{DD1C1B49-FE41-461D-A7C5-678DE6EF7AAB}"/>
          </ac:inkMkLst>
        </pc:inkChg>
        <pc:inkChg chg="add mod">
          <ac:chgData name="hossam alzahrani" userId="fdac2997cc5b0bfe" providerId="LiveId" clId="{F2625555-E783-4D8B-BD21-7442D78D4EED}" dt="2026-03-29T00:08:08.140" v="1079"/>
          <ac:inkMkLst>
            <pc:docMk/>
            <pc:sldMk cId="2467750707" sldId="377"/>
            <ac:inkMk id="13" creationId="{8EFC0A78-4B70-A780-C698-B755741EF7A8}"/>
          </ac:inkMkLst>
        </pc:inkChg>
        <pc:inkChg chg="add">
          <ac:chgData name="hossam alzahrani" userId="fdac2997cc5b0bfe" providerId="LiveId" clId="{F2625555-E783-4D8B-BD21-7442D78D4EED}" dt="2026-03-29T00:08:10.215" v="1080" actId="9405"/>
          <ac:inkMkLst>
            <pc:docMk/>
            <pc:sldMk cId="2467750707" sldId="377"/>
            <ac:inkMk id="14" creationId="{8CD7DEA2-3225-1B28-A585-14917FE40AE7}"/>
          </ac:inkMkLst>
        </pc:inkChg>
        <pc:inkChg chg="add">
          <ac:chgData name="hossam alzahrani" userId="fdac2997cc5b0bfe" providerId="LiveId" clId="{F2625555-E783-4D8B-BD21-7442D78D4EED}" dt="2026-03-29T00:08:11.297" v="1081" actId="9405"/>
          <ac:inkMkLst>
            <pc:docMk/>
            <pc:sldMk cId="2467750707" sldId="377"/>
            <ac:inkMk id="15" creationId="{5BF5ECD5-92C4-A0BA-EDAA-47C11D7D4647}"/>
          </ac:inkMkLst>
        </pc:inkChg>
        <pc:inkChg chg="add mod">
          <ac:chgData name="hossam alzahrani" userId="fdac2997cc5b0bfe" providerId="LiveId" clId="{F2625555-E783-4D8B-BD21-7442D78D4EED}" dt="2026-03-29T00:08:15.095" v="1084"/>
          <ac:inkMkLst>
            <pc:docMk/>
            <pc:sldMk cId="2467750707" sldId="377"/>
            <ac:inkMk id="17" creationId="{48965CF9-A181-FB06-4A73-0AA090E463F7}"/>
          </ac:inkMkLst>
        </pc:inkChg>
        <pc:inkChg chg="add">
          <ac:chgData name="hossam alzahrani" userId="fdac2997cc5b0bfe" providerId="LiveId" clId="{F2625555-E783-4D8B-BD21-7442D78D4EED}" dt="2026-03-29T00:08:16.152" v="1085" actId="9405"/>
          <ac:inkMkLst>
            <pc:docMk/>
            <pc:sldMk cId="2467750707" sldId="377"/>
            <ac:inkMk id="18" creationId="{73AC6634-A6BB-3413-0A57-037A003926AD}"/>
          </ac:inkMkLst>
        </pc:inkChg>
      </pc:sldChg>
      <pc:sldChg chg="addSp delSp modSp mod">
        <pc:chgData name="hossam alzahrani" userId="fdac2997cc5b0bfe" providerId="LiveId" clId="{F2625555-E783-4D8B-BD21-7442D78D4EED}" dt="2026-03-29T00:15:00.796" v="1105"/>
        <pc:sldMkLst>
          <pc:docMk/>
          <pc:sldMk cId="3925394832" sldId="378"/>
        </pc:sldMkLst>
        <pc:inkChg chg="add">
          <ac:chgData name="hossam alzahrani" userId="fdac2997cc5b0bfe" providerId="LiveId" clId="{F2625555-E783-4D8B-BD21-7442D78D4EED}" dt="2026-03-28T21:11:57.252" v="985" actId="9405"/>
          <ac:inkMkLst>
            <pc:docMk/>
            <pc:sldMk cId="3925394832" sldId="378"/>
            <ac:inkMk id="2" creationId="{64FE8F03-B2FF-8432-354D-6FC8DB05BDAE}"/>
          </ac:inkMkLst>
        </pc:inkChg>
        <pc:inkChg chg="add">
          <ac:chgData name="hossam alzahrani" userId="fdac2997cc5b0bfe" providerId="LiveId" clId="{F2625555-E783-4D8B-BD21-7442D78D4EED}" dt="2026-03-28T23:36:48.919" v="998" actId="9405"/>
          <ac:inkMkLst>
            <pc:docMk/>
            <pc:sldMk cId="3925394832" sldId="378"/>
            <ac:inkMk id="5" creationId="{6876AC2A-C5FA-FB13-5E18-C80420B34850}"/>
          </ac:inkMkLst>
        </pc:inkChg>
        <pc:inkChg chg="add">
          <ac:chgData name="hossam alzahrani" userId="fdac2997cc5b0bfe" providerId="LiveId" clId="{F2625555-E783-4D8B-BD21-7442D78D4EED}" dt="2026-03-28T23:36:51.069" v="999" actId="9405"/>
          <ac:inkMkLst>
            <pc:docMk/>
            <pc:sldMk cId="3925394832" sldId="378"/>
            <ac:inkMk id="6" creationId="{3123C69A-26B8-F5FF-D949-E46029560BB1}"/>
          </ac:inkMkLst>
        </pc:inkChg>
        <pc:inkChg chg="add">
          <ac:chgData name="hossam alzahrani" userId="fdac2997cc5b0bfe" providerId="LiveId" clId="{F2625555-E783-4D8B-BD21-7442D78D4EED}" dt="2026-03-28T23:36:57.561" v="1000" actId="9405"/>
          <ac:inkMkLst>
            <pc:docMk/>
            <pc:sldMk cId="3925394832" sldId="378"/>
            <ac:inkMk id="7" creationId="{4DB3D6D4-DD09-024D-ACC5-54FF11C162A6}"/>
          </ac:inkMkLst>
        </pc:inkChg>
        <pc:inkChg chg="add">
          <ac:chgData name="hossam alzahrani" userId="fdac2997cc5b0bfe" providerId="LiveId" clId="{F2625555-E783-4D8B-BD21-7442D78D4EED}" dt="2026-03-28T23:37:03.408" v="1001" actId="9405"/>
          <ac:inkMkLst>
            <pc:docMk/>
            <pc:sldMk cId="3925394832" sldId="378"/>
            <ac:inkMk id="8" creationId="{771C44D2-1973-460C-76BE-52CD2737A50B}"/>
          </ac:inkMkLst>
        </pc:inkChg>
        <pc:inkChg chg="add mod">
          <ac:chgData name="hossam alzahrani" userId="fdac2997cc5b0bfe" providerId="LiveId" clId="{F2625555-E783-4D8B-BD21-7442D78D4EED}" dt="2026-03-28T23:37:08.682" v="1004"/>
          <ac:inkMkLst>
            <pc:docMk/>
            <pc:sldMk cId="3925394832" sldId="378"/>
            <ac:inkMk id="10" creationId="{1881F57F-660C-4C03-6033-00A38B33F42B}"/>
          </ac:inkMkLst>
        </pc:inkChg>
        <pc:inkChg chg="add mod">
          <ac:chgData name="hossam alzahrani" userId="fdac2997cc5b0bfe" providerId="LiveId" clId="{F2625555-E783-4D8B-BD21-7442D78D4EED}" dt="2026-03-28T23:37:10.936" v="1007"/>
          <ac:inkMkLst>
            <pc:docMk/>
            <pc:sldMk cId="3925394832" sldId="378"/>
            <ac:inkMk id="12" creationId="{E6B2DF93-DBFA-9414-39B1-608F81C27024}"/>
          </ac:inkMkLst>
        </pc:inkChg>
        <pc:inkChg chg="add mod">
          <ac:chgData name="hossam alzahrani" userId="fdac2997cc5b0bfe" providerId="LiveId" clId="{F2625555-E783-4D8B-BD21-7442D78D4EED}" dt="2026-03-28T23:37:14.694" v="1010"/>
          <ac:inkMkLst>
            <pc:docMk/>
            <pc:sldMk cId="3925394832" sldId="378"/>
            <ac:inkMk id="14" creationId="{09DEB406-BA7D-5DB8-F2A8-D77B8162CE8D}"/>
          </ac:inkMkLst>
        </pc:inkChg>
        <pc:inkChg chg="add mod">
          <ac:chgData name="hossam alzahrani" userId="fdac2997cc5b0bfe" providerId="LiveId" clId="{F2625555-E783-4D8B-BD21-7442D78D4EED}" dt="2026-03-28T23:37:24.843" v="1013"/>
          <ac:inkMkLst>
            <pc:docMk/>
            <pc:sldMk cId="3925394832" sldId="378"/>
            <ac:inkMk id="16" creationId="{A90EDA15-6F2D-4989-907D-CD678925CBF0}"/>
          </ac:inkMkLst>
        </pc:inkChg>
        <pc:inkChg chg="add">
          <ac:chgData name="hossam alzahrani" userId="fdac2997cc5b0bfe" providerId="LiveId" clId="{F2625555-E783-4D8B-BD21-7442D78D4EED}" dt="2026-03-28T23:37:27.983" v="1014" actId="9405"/>
          <ac:inkMkLst>
            <pc:docMk/>
            <pc:sldMk cId="3925394832" sldId="378"/>
            <ac:inkMk id="17" creationId="{600EE24C-CC0C-E4D1-C92A-044387E7553D}"/>
          </ac:inkMkLst>
        </pc:inkChg>
        <pc:inkChg chg="add">
          <ac:chgData name="hossam alzahrani" userId="fdac2997cc5b0bfe" providerId="LiveId" clId="{F2625555-E783-4D8B-BD21-7442D78D4EED}" dt="2026-03-28T23:37:32.773" v="1015" actId="9405"/>
          <ac:inkMkLst>
            <pc:docMk/>
            <pc:sldMk cId="3925394832" sldId="378"/>
            <ac:inkMk id="18" creationId="{0B580DB1-42A2-B3F9-C902-544D546F55A8}"/>
          </ac:inkMkLst>
        </pc:inkChg>
        <pc:inkChg chg="add mod">
          <ac:chgData name="hossam alzahrani" userId="fdac2997cc5b0bfe" providerId="LiveId" clId="{F2625555-E783-4D8B-BD21-7442D78D4EED}" dt="2026-03-29T00:14:52.137" v="1099"/>
          <ac:inkMkLst>
            <pc:docMk/>
            <pc:sldMk cId="3925394832" sldId="378"/>
            <ac:inkMk id="20" creationId="{ECE7170D-64B0-4516-FBAD-2AB7C0A9E342}"/>
          </ac:inkMkLst>
        </pc:inkChg>
        <pc:inkChg chg="add mod">
          <ac:chgData name="hossam alzahrani" userId="fdac2997cc5b0bfe" providerId="LiveId" clId="{F2625555-E783-4D8B-BD21-7442D78D4EED}" dt="2026-03-29T00:14:55.561" v="1102"/>
          <ac:inkMkLst>
            <pc:docMk/>
            <pc:sldMk cId="3925394832" sldId="378"/>
            <ac:inkMk id="22" creationId="{3E1250D6-54D8-8AA4-C8CB-0207CF3A147B}"/>
          </ac:inkMkLst>
        </pc:inkChg>
        <pc:inkChg chg="add mod">
          <ac:chgData name="hossam alzahrani" userId="fdac2997cc5b0bfe" providerId="LiveId" clId="{F2625555-E783-4D8B-BD21-7442D78D4EED}" dt="2026-03-29T00:15:00.796" v="1105"/>
          <ac:inkMkLst>
            <pc:docMk/>
            <pc:sldMk cId="3925394832" sldId="378"/>
            <ac:inkMk id="24" creationId="{F1B5ACBE-D654-BAE2-E6FC-63AB1CBAD055}"/>
          </ac:inkMkLst>
        </pc:inkChg>
      </pc:sldChg>
      <pc:sldChg chg="addSp delSp modSp mod">
        <pc:chgData name="hossam alzahrani" userId="fdac2997cc5b0bfe" providerId="LiveId" clId="{F2625555-E783-4D8B-BD21-7442D78D4EED}" dt="2026-03-29T00:15:13.786" v="1109" actId="9405"/>
        <pc:sldMkLst>
          <pc:docMk/>
          <pc:sldMk cId="189415615" sldId="379"/>
        </pc:sldMkLst>
        <pc:inkChg chg="add">
          <ac:chgData name="hossam alzahrani" userId="fdac2997cc5b0bfe" providerId="LiveId" clId="{F2625555-E783-4D8B-BD21-7442D78D4EED}" dt="2026-03-28T23:37:48.305" v="1016" actId="9405"/>
          <ac:inkMkLst>
            <pc:docMk/>
            <pc:sldMk cId="189415615" sldId="379"/>
            <ac:inkMk id="2" creationId="{4416529F-14A1-5638-FEF4-8A0A08678197}"/>
          </ac:inkMkLst>
        </pc:inkChg>
        <pc:inkChg chg="add">
          <ac:chgData name="hossam alzahrani" userId="fdac2997cc5b0bfe" providerId="LiveId" clId="{F2625555-E783-4D8B-BD21-7442D78D4EED}" dt="2026-03-28T23:37:54.322" v="1017" actId="9405"/>
          <ac:inkMkLst>
            <pc:docMk/>
            <pc:sldMk cId="189415615" sldId="379"/>
            <ac:inkMk id="5" creationId="{134ADCAF-AA46-CBFE-8DA2-96600A1B3273}"/>
          </ac:inkMkLst>
        </pc:inkChg>
        <pc:inkChg chg="add">
          <ac:chgData name="hossam alzahrani" userId="fdac2997cc5b0bfe" providerId="LiveId" clId="{F2625555-E783-4D8B-BD21-7442D78D4EED}" dt="2026-03-28T23:37:55.698" v="1018" actId="9405"/>
          <ac:inkMkLst>
            <pc:docMk/>
            <pc:sldMk cId="189415615" sldId="379"/>
            <ac:inkMk id="6" creationId="{B63B715B-9960-2CE0-C474-46AC1141D21C}"/>
          </ac:inkMkLst>
        </pc:inkChg>
        <pc:inkChg chg="add">
          <ac:chgData name="hossam alzahrani" userId="fdac2997cc5b0bfe" providerId="LiveId" clId="{F2625555-E783-4D8B-BD21-7442D78D4EED}" dt="2026-03-28T23:37:59.156" v="1019" actId="9405"/>
          <ac:inkMkLst>
            <pc:docMk/>
            <pc:sldMk cId="189415615" sldId="379"/>
            <ac:inkMk id="7" creationId="{5FE5AACA-ED54-6A17-413E-E2744B88F758}"/>
          </ac:inkMkLst>
        </pc:inkChg>
        <pc:inkChg chg="add mod">
          <ac:chgData name="hossam alzahrani" userId="fdac2997cc5b0bfe" providerId="LiveId" clId="{F2625555-E783-4D8B-BD21-7442D78D4EED}" dt="2026-03-28T23:38:02.362" v="1022"/>
          <ac:inkMkLst>
            <pc:docMk/>
            <pc:sldMk cId="189415615" sldId="379"/>
            <ac:inkMk id="9" creationId="{7A844F17-1618-1D28-4187-4C8EF5D20A39}"/>
          </ac:inkMkLst>
        </pc:inkChg>
        <pc:inkChg chg="add">
          <ac:chgData name="hossam alzahrani" userId="fdac2997cc5b0bfe" providerId="LiveId" clId="{F2625555-E783-4D8B-BD21-7442D78D4EED}" dt="2026-03-28T23:38:03.605" v="1023" actId="9405"/>
          <ac:inkMkLst>
            <pc:docMk/>
            <pc:sldMk cId="189415615" sldId="379"/>
            <ac:inkMk id="10" creationId="{899A8BA1-4801-8A00-40A0-09570AAC8606}"/>
          </ac:inkMkLst>
        </pc:inkChg>
        <pc:inkChg chg="add mod">
          <ac:chgData name="hossam alzahrani" userId="fdac2997cc5b0bfe" providerId="LiveId" clId="{F2625555-E783-4D8B-BD21-7442D78D4EED}" dt="2026-03-28T23:38:08.942" v="1026"/>
          <ac:inkMkLst>
            <pc:docMk/>
            <pc:sldMk cId="189415615" sldId="379"/>
            <ac:inkMk id="12" creationId="{80B1C212-271C-642D-F167-E9814BF2878E}"/>
          </ac:inkMkLst>
        </pc:inkChg>
        <pc:inkChg chg="add">
          <ac:chgData name="hossam alzahrani" userId="fdac2997cc5b0bfe" providerId="LiveId" clId="{F2625555-E783-4D8B-BD21-7442D78D4EED}" dt="2026-03-28T23:38:11.466" v="1027" actId="9405"/>
          <ac:inkMkLst>
            <pc:docMk/>
            <pc:sldMk cId="189415615" sldId="379"/>
            <ac:inkMk id="13" creationId="{E40D328F-1172-8503-3551-C2929406C386}"/>
          </ac:inkMkLst>
        </pc:inkChg>
        <pc:inkChg chg="add">
          <ac:chgData name="hossam alzahrani" userId="fdac2997cc5b0bfe" providerId="LiveId" clId="{F2625555-E783-4D8B-BD21-7442D78D4EED}" dt="2026-03-28T23:38:17.671" v="1029"/>
          <ac:inkMkLst>
            <pc:docMk/>
            <pc:sldMk cId="189415615" sldId="379"/>
            <ac:inkMk id="15" creationId="{8F5CDFDB-3673-D83D-6FA0-6E6ECD8A1354}"/>
          </ac:inkMkLst>
        </pc:inkChg>
        <pc:inkChg chg="add">
          <ac:chgData name="hossam alzahrani" userId="fdac2997cc5b0bfe" providerId="LiveId" clId="{F2625555-E783-4D8B-BD21-7442D78D4EED}" dt="2026-03-28T23:38:19.665" v="1030" actId="9405"/>
          <ac:inkMkLst>
            <pc:docMk/>
            <pc:sldMk cId="189415615" sldId="379"/>
            <ac:inkMk id="16" creationId="{E852FA94-E8F3-1210-0CEC-CF6786945923}"/>
          </ac:inkMkLst>
        </pc:inkChg>
        <pc:inkChg chg="add">
          <ac:chgData name="hossam alzahrani" userId="fdac2997cc5b0bfe" providerId="LiveId" clId="{F2625555-E783-4D8B-BD21-7442D78D4EED}" dt="2026-03-28T23:38:20.836" v="1031" actId="9405"/>
          <ac:inkMkLst>
            <pc:docMk/>
            <pc:sldMk cId="189415615" sldId="379"/>
            <ac:inkMk id="17" creationId="{755AD6EC-4DDE-45FE-D49D-10BA87DFADC9}"/>
          </ac:inkMkLst>
        </pc:inkChg>
        <pc:inkChg chg="add">
          <ac:chgData name="hossam alzahrani" userId="fdac2997cc5b0bfe" providerId="LiveId" clId="{F2625555-E783-4D8B-BD21-7442D78D4EED}" dt="2026-03-28T23:38:25.554" v="1032" actId="9405"/>
          <ac:inkMkLst>
            <pc:docMk/>
            <pc:sldMk cId="189415615" sldId="379"/>
            <ac:inkMk id="18" creationId="{4A5B6ECB-96B0-F1D6-9199-EA73BD409E28}"/>
          </ac:inkMkLst>
        </pc:inkChg>
        <pc:inkChg chg="add mod">
          <ac:chgData name="hossam alzahrani" userId="fdac2997cc5b0bfe" providerId="LiveId" clId="{F2625555-E783-4D8B-BD21-7442D78D4EED}" dt="2026-03-29T00:15:12.012" v="1108"/>
          <ac:inkMkLst>
            <pc:docMk/>
            <pc:sldMk cId="189415615" sldId="379"/>
            <ac:inkMk id="20" creationId="{CDF10DEB-7A85-52DD-E3F6-04D4ECAE591A}"/>
          </ac:inkMkLst>
        </pc:inkChg>
        <pc:inkChg chg="add">
          <ac:chgData name="hossam alzahrani" userId="fdac2997cc5b0bfe" providerId="LiveId" clId="{F2625555-E783-4D8B-BD21-7442D78D4EED}" dt="2026-03-29T00:15:13.786" v="1109" actId="9405"/>
          <ac:inkMkLst>
            <pc:docMk/>
            <pc:sldMk cId="189415615" sldId="379"/>
            <ac:inkMk id="21" creationId="{09780488-E4CB-CC6C-8CC8-526E168536D8}"/>
          </ac:inkMkLst>
        </pc:inkChg>
      </pc:sldChg>
      <pc:sldChg chg="addSp delSp modSp mod">
        <pc:chgData name="hossam alzahrani" userId="fdac2997cc5b0bfe" providerId="LiveId" clId="{F2625555-E783-4D8B-BD21-7442D78D4EED}" dt="2026-03-28T23:38:58.339" v="1049" actId="9405"/>
        <pc:sldMkLst>
          <pc:docMk/>
          <pc:sldMk cId="4221391138" sldId="380"/>
        </pc:sldMkLst>
        <pc:inkChg chg="add mod">
          <ac:chgData name="hossam alzahrani" userId="fdac2997cc5b0bfe" providerId="LiveId" clId="{F2625555-E783-4D8B-BD21-7442D78D4EED}" dt="2026-03-28T23:38:57.236" v="1048"/>
          <ac:inkMkLst>
            <pc:docMk/>
            <pc:sldMk cId="4221391138" sldId="380"/>
            <ac:inkMk id="14" creationId="{578005FD-95E5-7BEB-2105-679DA1998F62}"/>
          </ac:inkMkLst>
        </pc:inkChg>
        <pc:inkChg chg="add">
          <ac:chgData name="hossam alzahrani" userId="fdac2997cc5b0bfe" providerId="LiveId" clId="{F2625555-E783-4D8B-BD21-7442D78D4EED}" dt="2026-03-28T23:38:58.339" v="1049" actId="9405"/>
          <ac:inkMkLst>
            <pc:docMk/>
            <pc:sldMk cId="4221391138" sldId="380"/>
            <ac:inkMk id="16" creationId="{C40D6CC7-F4AA-9F9F-EAA4-D72E03252DDE}"/>
          </ac:inkMkLst>
        </pc:inkChg>
      </pc:sldChg>
      <pc:sldChg chg="addSp delSp modSp mod">
        <pc:chgData name="hossam alzahrani" userId="fdac2997cc5b0bfe" providerId="LiveId" clId="{F2625555-E783-4D8B-BD21-7442D78D4EED}" dt="2026-03-28T23:39:52.405" v="1066" actId="9405"/>
        <pc:sldMkLst>
          <pc:docMk/>
          <pc:sldMk cId="3272916210" sldId="381"/>
        </pc:sldMkLst>
        <pc:inkChg chg="add">
          <ac:chgData name="hossam alzahrani" userId="fdac2997cc5b0bfe" providerId="LiveId" clId="{F2625555-E783-4D8B-BD21-7442D78D4EED}" dt="2026-03-28T23:39:26.832" v="1050" actId="9405"/>
          <ac:inkMkLst>
            <pc:docMk/>
            <pc:sldMk cId="3272916210" sldId="381"/>
            <ac:inkMk id="2" creationId="{E840FCC9-0A2B-2BE3-7464-0790FB21EE39}"/>
          </ac:inkMkLst>
        </pc:inkChg>
        <pc:inkChg chg="add">
          <ac:chgData name="hossam alzahrani" userId="fdac2997cc5b0bfe" providerId="LiveId" clId="{F2625555-E783-4D8B-BD21-7442D78D4EED}" dt="2026-03-28T23:39:30.328" v="1052"/>
          <ac:inkMkLst>
            <pc:docMk/>
            <pc:sldMk cId="3272916210" sldId="381"/>
            <ac:inkMk id="6" creationId="{825F74E0-1C8C-D94D-7064-EF1F54FAF542}"/>
          </ac:inkMkLst>
        </pc:inkChg>
        <pc:inkChg chg="add mod">
          <ac:chgData name="hossam alzahrani" userId="fdac2997cc5b0bfe" providerId="LiveId" clId="{F2625555-E783-4D8B-BD21-7442D78D4EED}" dt="2026-03-28T23:39:34.540" v="1055"/>
          <ac:inkMkLst>
            <pc:docMk/>
            <pc:sldMk cId="3272916210" sldId="381"/>
            <ac:inkMk id="8" creationId="{E0F32C27-78FE-8FDC-B527-38AFEBE5C165}"/>
          </ac:inkMkLst>
        </pc:inkChg>
        <pc:inkChg chg="add mod">
          <ac:chgData name="hossam alzahrani" userId="fdac2997cc5b0bfe" providerId="LiveId" clId="{F2625555-E783-4D8B-BD21-7442D78D4EED}" dt="2026-03-28T23:39:38.524" v="1058"/>
          <ac:inkMkLst>
            <pc:docMk/>
            <pc:sldMk cId="3272916210" sldId="381"/>
            <ac:inkMk id="10" creationId="{054AE2CD-F8EF-7738-77BF-14A3B1C876B6}"/>
          </ac:inkMkLst>
        </pc:inkChg>
        <pc:inkChg chg="add mod">
          <ac:chgData name="hossam alzahrani" userId="fdac2997cc5b0bfe" providerId="LiveId" clId="{F2625555-E783-4D8B-BD21-7442D78D4EED}" dt="2026-03-28T23:39:42.593" v="1061"/>
          <ac:inkMkLst>
            <pc:docMk/>
            <pc:sldMk cId="3272916210" sldId="381"/>
            <ac:inkMk id="12" creationId="{2A0E30D3-3F0E-7AB1-E0B5-BCC04ED52B69}"/>
          </ac:inkMkLst>
        </pc:inkChg>
        <pc:inkChg chg="add mod">
          <ac:chgData name="hossam alzahrani" userId="fdac2997cc5b0bfe" providerId="LiveId" clId="{F2625555-E783-4D8B-BD21-7442D78D4EED}" dt="2026-03-28T23:39:46.271" v="1064"/>
          <ac:inkMkLst>
            <pc:docMk/>
            <pc:sldMk cId="3272916210" sldId="381"/>
            <ac:inkMk id="14" creationId="{224825EE-3A69-E4C0-6DB5-C592A56CDD22}"/>
          </ac:inkMkLst>
        </pc:inkChg>
        <pc:inkChg chg="add">
          <ac:chgData name="hossam alzahrani" userId="fdac2997cc5b0bfe" providerId="LiveId" clId="{F2625555-E783-4D8B-BD21-7442D78D4EED}" dt="2026-03-28T23:39:51.120" v="1065" actId="9405"/>
          <ac:inkMkLst>
            <pc:docMk/>
            <pc:sldMk cId="3272916210" sldId="381"/>
            <ac:inkMk id="15" creationId="{E2999C0E-F798-D4B7-E3D1-9EAB482C42EA}"/>
          </ac:inkMkLst>
        </pc:inkChg>
        <pc:inkChg chg="add">
          <ac:chgData name="hossam alzahrani" userId="fdac2997cc5b0bfe" providerId="LiveId" clId="{F2625555-E783-4D8B-BD21-7442D78D4EED}" dt="2026-03-28T23:39:52.405" v="1066" actId="9405"/>
          <ac:inkMkLst>
            <pc:docMk/>
            <pc:sldMk cId="3272916210" sldId="381"/>
            <ac:inkMk id="16" creationId="{5F8676A3-D133-2F69-A8CD-DC1A200D2C61}"/>
          </ac:inkMkLst>
        </pc:inkChg>
      </pc:sldChg>
      <pc:sldChg chg="addSp delSp modSp mod">
        <pc:chgData name="hossam alzahrani" userId="fdac2997cc5b0bfe" providerId="LiveId" clId="{F2625555-E783-4D8B-BD21-7442D78D4EED}" dt="2026-03-29T00:13:40.736" v="1096"/>
        <pc:sldMkLst>
          <pc:docMk/>
          <pc:sldMk cId="1319093552" sldId="391"/>
        </pc:sldMkLst>
        <pc:spChg chg="add mod">
          <ac:chgData name="hossam alzahrani" userId="fdac2997cc5b0bfe" providerId="LiveId" clId="{F2625555-E783-4D8B-BD21-7442D78D4EED}" dt="2026-03-29T00:13:31.060" v="1092" actId="1076"/>
          <ac:spMkLst>
            <pc:docMk/>
            <pc:sldMk cId="1319093552" sldId="391"/>
            <ac:spMk id="26" creationId="{5CEC76ED-3C27-5E60-9EBD-EC4782183A84}"/>
          </ac:spMkLst>
        </pc:spChg>
        <pc:grpChg chg="mod">
          <ac:chgData name="hossam alzahrani" userId="fdac2997cc5b0bfe" providerId="LiveId" clId="{F2625555-E783-4D8B-BD21-7442D78D4EED}" dt="2026-03-29T00:13:40.736" v="1096"/>
          <ac:grpSpMkLst>
            <pc:docMk/>
            <pc:sldMk cId="1319093552" sldId="391"/>
            <ac:grpSpMk id="30" creationId="{AF1850CE-7B81-70E3-C08C-5F13235D8175}"/>
          </ac:grpSpMkLst>
        </pc:grpChg>
        <pc:inkChg chg="add">
          <ac:chgData name="hossam alzahrani" userId="fdac2997cc5b0bfe" providerId="LiveId" clId="{F2625555-E783-4D8B-BD21-7442D78D4EED}" dt="2026-03-28T21:07:20.247" v="971" actId="9405"/>
          <ac:inkMkLst>
            <pc:docMk/>
            <pc:sldMk cId="1319093552" sldId="391"/>
            <ac:inkMk id="2" creationId="{6B2F7ED2-A7D8-E1AD-DBEB-6F26ED2AE20B}"/>
          </ac:inkMkLst>
        </pc:inkChg>
        <pc:inkChg chg="add">
          <ac:chgData name="hossam alzahrani" userId="fdac2997cc5b0bfe" providerId="LiveId" clId="{F2625555-E783-4D8B-BD21-7442D78D4EED}" dt="2026-03-28T21:07:20.758" v="972" actId="9405"/>
          <ac:inkMkLst>
            <pc:docMk/>
            <pc:sldMk cId="1319093552" sldId="391"/>
            <ac:inkMk id="5" creationId="{909E3371-AD3D-7F91-4CD0-1C97900270E7}"/>
          </ac:inkMkLst>
        </pc:inkChg>
        <pc:inkChg chg="add">
          <ac:chgData name="hossam alzahrani" userId="fdac2997cc5b0bfe" providerId="LiveId" clId="{F2625555-E783-4D8B-BD21-7442D78D4EED}" dt="2026-03-28T21:07:22.382" v="973" actId="9405"/>
          <ac:inkMkLst>
            <pc:docMk/>
            <pc:sldMk cId="1319093552" sldId="391"/>
            <ac:inkMk id="6" creationId="{6AD1A8CF-AAA7-D645-97C4-73DCC1CB7CF8}"/>
          </ac:inkMkLst>
        </pc:inkChg>
        <pc:inkChg chg="add mod">
          <ac:chgData name="hossam alzahrani" userId="fdac2997cc5b0bfe" providerId="LiveId" clId="{F2625555-E783-4D8B-BD21-7442D78D4EED}" dt="2026-03-28T21:07:27.306" v="976"/>
          <ac:inkMkLst>
            <pc:docMk/>
            <pc:sldMk cId="1319093552" sldId="391"/>
            <ac:inkMk id="8" creationId="{94E9625C-C01B-1BD7-F959-C8F4B4B9FE12}"/>
          </ac:inkMkLst>
        </pc:inkChg>
        <pc:inkChg chg="add">
          <ac:chgData name="hossam alzahrani" userId="fdac2997cc5b0bfe" providerId="LiveId" clId="{F2625555-E783-4D8B-BD21-7442D78D4EED}" dt="2026-03-28T21:07:28.853" v="977" actId="9405"/>
          <ac:inkMkLst>
            <pc:docMk/>
            <pc:sldMk cId="1319093552" sldId="391"/>
            <ac:inkMk id="9" creationId="{C31B7CC3-4BEA-D18B-BCAD-2D64E615DBD0}"/>
          </ac:inkMkLst>
        </pc:inkChg>
        <pc:inkChg chg="add mod">
          <ac:chgData name="hossam alzahrani" userId="fdac2997cc5b0bfe" providerId="LiveId" clId="{F2625555-E783-4D8B-BD21-7442D78D4EED}" dt="2026-03-28T21:07:34.514" v="980"/>
          <ac:inkMkLst>
            <pc:docMk/>
            <pc:sldMk cId="1319093552" sldId="391"/>
            <ac:inkMk id="11" creationId="{94EDB421-0EDC-32CE-F33E-F29DFAC8DA71}"/>
          </ac:inkMkLst>
        </pc:inkChg>
        <pc:inkChg chg="add mod">
          <ac:chgData name="hossam alzahrani" userId="fdac2997cc5b0bfe" providerId="LiveId" clId="{F2625555-E783-4D8B-BD21-7442D78D4EED}" dt="2026-03-28T21:07:40.158" v="983"/>
          <ac:inkMkLst>
            <pc:docMk/>
            <pc:sldMk cId="1319093552" sldId="391"/>
            <ac:inkMk id="13" creationId="{634B74F8-B159-A37F-0C5D-05207D8415D0}"/>
          </ac:inkMkLst>
        </pc:inkChg>
        <pc:inkChg chg="add">
          <ac:chgData name="hossam alzahrani" userId="fdac2997cc5b0bfe" providerId="LiveId" clId="{F2625555-E783-4D8B-BD21-7442D78D4EED}" dt="2026-03-28T21:07:41.643" v="984" actId="9405"/>
          <ac:inkMkLst>
            <pc:docMk/>
            <pc:sldMk cId="1319093552" sldId="391"/>
            <ac:inkMk id="14" creationId="{1B3341EB-F638-1D2D-54D9-76A128B935E4}"/>
          </ac:inkMkLst>
        </pc:inkChg>
        <pc:inkChg chg="add mod">
          <ac:chgData name="hossam alzahrani" userId="fdac2997cc5b0bfe" providerId="LiveId" clId="{F2625555-E783-4D8B-BD21-7442D78D4EED}" dt="2026-03-28T23:36:33.333" v="990"/>
          <ac:inkMkLst>
            <pc:docMk/>
            <pc:sldMk cId="1319093552" sldId="391"/>
            <ac:inkMk id="16" creationId="{21355B69-925F-A730-64C4-7E407911DD9C}"/>
          </ac:inkMkLst>
        </pc:inkChg>
        <pc:inkChg chg="add">
          <ac:chgData name="hossam alzahrani" userId="fdac2997cc5b0bfe" providerId="LiveId" clId="{F2625555-E783-4D8B-BD21-7442D78D4EED}" dt="2026-03-28T23:36:34.499" v="991" actId="9405"/>
          <ac:inkMkLst>
            <pc:docMk/>
            <pc:sldMk cId="1319093552" sldId="391"/>
            <ac:inkMk id="17" creationId="{008FE4C3-93DA-06EA-A7BF-15653873597A}"/>
          </ac:inkMkLst>
        </pc:inkChg>
        <pc:inkChg chg="add">
          <ac:chgData name="hossam alzahrani" userId="fdac2997cc5b0bfe" providerId="LiveId" clId="{F2625555-E783-4D8B-BD21-7442D78D4EED}" dt="2026-03-28T23:36:37.969" v="993"/>
          <ac:inkMkLst>
            <pc:docMk/>
            <pc:sldMk cId="1319093552" sldId="391"/>
            <ac:inkMk id="19" creationId="{A0F152FC-6594-4A27-D4DE-0E9C66C974F9}"/>
          </ac:inkMkLst>
        </pc:inkChg>
        <pc:inkChg chg="add mod">
          <ac:chgData name="hossam alzahrani" userId="fdac2997cc5b0bfe" providerId="LiveId" clId="{F2625555-E783-4D8B-BD21-7442D78D4EED}" dt="2026-03-29T00:13:40.736" v="1096"/>
          <ac:inkMkLst>
            <pc:docMk/>
            <pc:sldMk cId="1319093552" sldId="391"/>
            <ac:inkMk id="20" creationId="{E1177D7B-5C1A-7AE5-738A-2AAFBA840165}"/>
          </ac:inkMkLst>
        </pc:inkChg>
        <pc:inkChg chg="add mod">
          <ac:chgData name="hossam alzahrani" userId="fdac2997cc5b0bfe" providerId="LiveId" clId="{F2625555-E783-4D8B-BD21-7442D78D4EED}" dt="2026-03-29T00:13:40.736" v="1096"/>
          <ac:inkMkLst>
            <pc:docMk/>
            <pc:sldMk cId="1319093552" sldId="391"/>
            <ac:inkMk id="21" creationId="{D83852A7-465B-D87E-88D8-5BA631F8EE65}"/>
          </ac:inkMkLst>
        </pc:inkChg>
        <pc:inkChg chg="add mod">
          <ac:chgData name="hossam alzahrani" userId="fdac2997cc5b0bfe" providerId="LiveId" clId="{F2625555-E783-4D8B-BD21-7442D78D4EED}" dt="2026-03-29T00:13:40.736" v="1096"/>
          <ac:inkMkLst>
            <pc:docMk/>
            <pc:sldMk cId="1319093552" sldId="391"/>
            <ac:inkMk id="23" creationId="{14EB84BD-B55F-4886-C3B6-54E250C4FD94}"/>
          </ac:inkMkLst>
        </pc:inkChg>
        <pc:inkChg chg="add">
          <ac:chgData name="hossam alzahrani" userId="fdac2997cc5b0bfe" providerId="LiveId" clId="{F2625555-E783-4D8B-BD21-7442D78D4EED}" dt="2026-03-29T00:12:47.708" v="1086" actId="9405"/>
          <ac:inkMkLst>
            <pc:docMk/>
            <pc:sldMk cId="1319093552" sldId="391"/>
            <ac:inkMk id="24" creationId="{98B24D3D-0CE2-DCA8-BFEB-83D7D62F450D}"/>
          </ac:inkMkLst>
        </pc:inkChg>
        <pc:inkChg chg="add">
          <ac:chgData name="hossam alzahrani" userId="fdac2997cc5b0bfe" providerId="LiveId" clId="{F2625555-E783-4D8B-BD21-7442D78D4EED}" dt="2026-03-29T00:12:48.201" v="1087" actId="9405"/>
          <ac:inkMkLst>
            <pc:docMk/>
            <pc:sldMk cId="1319093552" sldId="391"/>
            <ac:inkMk id="25" creationId="{0ECBE264-CB1F-4D1E-017A-94338DA9AB82}"/>
          </ac:inkMkLst>
        </pc:inkChg>
        <pc:inkChg chg="add mod">
          <ac:chgData name="hossam alzahrani" userId="fdac2997cc5b0bfe" providerId="LiveId" clId="{F2625555-E783-4D8B-BD21-7442D78D4EED}" dt="2026-03-29T00:13:40.736" v="1096"/>
          <ac:inkMkLst>
            <pc:docMk/>
            <pc:sldMk cId="1319093552" sldId="391"/>
            <ac:inkMk id="27" creationId="{A230C93E-7281-B4A2-084D-584F363AF3C2}"/>
          </ac:inkMkLst>
        </pc:inkChg>
        <pc:inkChg chg="add mod">
          <ac:chgData name="hossam alzahrani" userId="fdac2997cc5b0bfe" providerId="LiveId" clId="{F2625555-E783-4D8B-BD21-7442D78D4EED}" dt="2026-03-29T00:13:40.736" v="1096"/>
          <ac:inkMkLst>
            <pc:docMk/>
            <pc:sldMk cId="1319093552" sldId="391"/>
            <ac:inkMk id="28" creationId="{8041FFF4-5F11-7575-F129-9B8B101D8014}"/>
          </ac:inkMkLst>
        </pc:inkChg>
        <pc:inkChg chg="add mod">
          <ac:chgData name="hossam alzahrani" userId="fdac2997cc5b0bfe" providerId="LiveId" clId="{F2625555-E783-4D8B-BD21-7442D78D4EED}" dt="2026-03-29T00:13:40.736" v="1096"/>
          <ac:inkMkLst>
            <pc:docMk/>
            <pc:sldMk cId="1319093552" sldId="391"/>
            <ac:inkMk id="29" creationId="{597260F0-0DCF-0299-9F9D-44E866D3EEAF}"/>
          </ac:inkMkLst>
        </pc:inkChg>
      </pc:sldChg>
      <pc:sldChg chg="addSp delSp modSp mod">
        <pc:chgData name="hossam alzahrani" userId="fdac2997cc5b0bfe" providerId="LiveId" clId="{F2625555-E783-4D8B-BD21-7442D78D4EED}" dt="2026-03-28T22:20:17.286" v="987" actId="9405"/>
        <pc:sldMkLst>
          <pc:docMk/>
          <pc:sldMk cId="2134130091" sldId="392"/>
        </pc:sldMkLst>
        <pc:inkChg chg="add mod">
          <ac:chgData name="hossam alzahrani" userId="fdac2997cc5b0bfe" providerId="LiveId" clId="{F2625555-E783-4D8B-BD21-7442D78D4EED}" dt="2026-03-28T21:02:00.177" v="957"/>
          <ac:inkMkLst>
            <pc:docMk/>
            <pc:sldMk cId="2134130091" sldId="392"/>
            <ac:inkMk id="5" creationId="{AF47D17D-1A48-E711-8EE0-DFA4287C1D35}"/>
          </ac:inkMkLst>
        </pc:inkChg>
        <pc:inkChg chg="add mod">
          <ac:chgData name="hossam alzahrani" userId="fdac2997cc5b0bfe" providerId="LiveId" clId="{F2625555-E783-4D8B-BD21-7442D78D4EED}" dt="2026-03-28T21:02:50.601" v="960"/>
          <ac:inkMkLst>
            <pc:docMk/>
            <pc:sldMk cId="2134130091" sldId="392"/>
            <ac:inkMk id="7" creationId="{CE33A3D8-20D6-9D2F-B467-B21B19E3A432}"/>
          </ac:inkMkLst>
        </pc:inkChg>
        <pc:inkChg chg="add mod">
          <ac:chgData name="hossam alzahrani" userId="fdac2997cc5b0bfe" providerId="LiveId" clId="{F2625555-E783-4D8B-BD21-7442D78D4EED}" dt="2026-03-28T21:02:54.591" v="963"/>
          <ac:inkMkLst>
            <pc:docMk/>
            <pc:sldMk cId="2134130091" sldId="392"/>
            <ac:inkMk id="9" creationId="{C1EA60BD-D89C-C491-3186-EDF0D4B5A32C}"/>
          </ac:inkMkLst>
        </pc:inkChg>
        <pc:inkChg chg="add mod">
          <ac:chgData name="hossam alzahrani" userId="fdac2997cc5b0bfe" providerId="LiveId" clId="{F2625555-E783-4D8B-BD21-7442D78D4EED}" dt="2026-03-28T21:03:23.623" v="966"/>
          <ac:inkMkLst>
            <pc:docMk/>
            <pc:sldMk cId="2134130091" sldId="392"/>
            <ac:inkMk id="11" creationId="{71A92882-5960-438B-DDCC-CB95765F9C87}"/>
          </ac:inkMkLst>
        </pc:inkChg>
        <pc:inkChg chg="add">
          <ac:chgData name="hossam alzahrani" userId="fdac2997cc5b0bfe" providerId="LiveId" clId="{F2625555-E783-4D8B-BD21-7442D78D4EED}" dt="2026-03-28T21:03:25.619" v="967" actId="9405"/>
          <ac:inkMkLst>
            <pc:docMk/>
            <pc:sldMk cId="2134130091" sldId="392"/>
            <ac:inkMk id="12" creationId="{00862C8D-1B8F-699E-63E2-D4748459F01E}"/>
          </ac:inkMkLst>
        </pc:inkChg>
        <pc:inkChg chg="add">
          <ac:chgData name="hossam alzahrani" userId="fdac2997cc5b0bfe" providerId="LiveId" clId="{F2625555-E783-4D8B-BD21-7442D78D4EED}" dt="2026-03-28T21:03:31.710" v="968" actId="9405"/>
          <ac:inkMkLst>
            <pc:docMk/>
            <pc:sldMk cId="2134130091" sldId="392"/>
            <ac:inkMk id="13" creationId="{FFFDB050-36F4-5214-65AE-1D2E1DDA68A2}"/>
          </ac:inkMkLst>
        </pc:inkChg>
        <pc:inkChg chg="add">
          <ac:chgData name="hossam alzahrani" userId="fdac2997cc5b0bfe" providerId="LiveId" clId="{F2625555-E783-4D8B-BD21-7442D78D4EED}" dt="2026-03-28T21:03:36.411" v="969" actId="9405"/>
          <ac:inkMkLst>
            <pc:docMk/>
            <pc:sldMk cId="2134130091" sldId="392"/>
            <ac:inkMk id="14" creationId="{BD74646B-04E1-36DE-E7F2-13D60C2E2FFF}"/>
          </ac:inkMkLst>
        </pc:inkChg>
        <pc:inkChg chg="add">
          <ac:chgData name="hossam alzahrani" userId="fdac2997cc5b0bfe" providerId="LiveId" clId="{F2625555-E783-4D8B-BD21-7442D78D4EED}" dt="2026-03-28T21:03:40.477" v="970" actId="9405"/>
          <ac:inkMkLst>
            <pc:docMk/>
            <pc:sldMk cId="2134130091" sldId="392"/>
            <ac:inkMk id="15" creationId="{1F122B76-B4DC-C905-7B74-B7D05E4A3A77}"/>
          </ac:inkMkLst>
        </pc:inkChg>
        <pc:inkChg chg="add">
          <ac:chgData name="hossam alzahrani" userId="fdac2997cc5b0bfe" providerId="LiveId" clId="{F2625555-E783-4D8B-BD21-7442D78D4EED}" dt="2026-03-28T22:20:00.869" v="986" actId="9405"/>
          <ac:inkMkLst>
            <pc:docMk/>
            <pc:sldMk cId="2134130091" sldId="392"/>
            <ac:inkMk id="16" creationId="{E1FD2469-D6E8-6F4B-7FFC-48510E4A5D33}"/>
          </ac:inkMkLst>
        </pc:inkChg>
        <pc:inkChg chg="add">
          <ac:chgData name="hossam alzahrani" userId="fdac2997cc5b0bfe" providerId="LiveId" clId="{F2625555-E783-4D8B-BD21-7442D78D4EED}" dt="2026-03-28T22:20:17.286" v="987" actId="9405"/>
          <ac:inkMkLst>
            <pc:docMk/>
            <pc:sldMk cId="2134130091" sldId="392"/>
            <ac:inkMk id="17" creationId="{1108C8BD-B936-67F3-17CD-22D6075CC8D5}"/>
          </ac:inkMkLst>
        </pc:inkChg>
      </pc:sldChg>
      <pc:sldChg chg="addSp delSp modSp mod">
        <pc:chgData name="hossam alzahrani" userId="fdac2997cc5b0bfe" providerId="LiveId" clId="{F2625555-E783-4D8B-BD21-7442D78D4EED}" dt="2026-03-29T00:22:19.380" v="1120"/>
        <pc:sldMkLst>
          <pc:docMk/>
          <pc:sldMk cId="2010728151" sldId="393"/>
        </pc:sldMkLst>
        <pc:spChg chg="add mod">
          <ac:chgData name="hossam alzahrani" userId="fdac2997cc5b0bfe" providerId="LiveId" clId="{F2625555-E783-4D8B-BD21-7442D78D4EED}" dt="2026-03-29T00:22:19.380" v="1120"/>
          <ac:spMkLst>
            <pc:docMk/>
            <pc:sldMk cId="2010728151" sldId="393"/>
            <ac:spMk id="18" creationId="{55784136-2D59-C2C9-1B53-9691652A92F7}"/>
          </ac:spMkLst>
        </pc:spChg>
        <pc:inkChg chg="add mod">
          <ac:chgData name="hossam alzahrani" userId="fdac2997cc5b0bfe" providerId="LiveId" clId="{F2625555-E783-4D8B-BD21-7442D78D4EED}" dt="2026-03-28T23:38:33.251" v="1035"/>
          <ac:inkMkLst>
            <pc:docMk/>
            <pc:sldMk cId="2010728151" sldId="393"/>
            <ac:inkMk id="5" creationId="{898C7C05-DB77-1F71-E2FA-6FC446DF9A53}"/>
          </ac:inkMkLst>
        </pc:inkChg>
        <pc:inkChg chg="add mod">
          <ac:chgData name="hossam alzahrani" userId="fdac2997cc5b0bfe" providerId="LiveId" clId="{F2625555-E783-4D8B-BD21-7442D78D4EED}" dt="2026-03-28T23:38:38.513" v="1038"/>
          <ac:inkMkLst>
            <pc:docMk/>
            <pc:sldMk cId="2010728151" sldId="393"/>
            <ac:inkMk id="7" creationId="{CC2F4213-872E-E29C-B126-C50E90A89D45}"/>
          </ac:inkMkLst>
        </pc:inkChg>
        <pc:inkChg chg="add mod">
          <ac:chgData name="hossam alzahrani" userId="fdac2997cc5b0bfe" providerId="LiveId" clId="{F2625555-E783-4D8B-BD21-7442D78D4EED}" dt="2026-03-28T23:38:40.996" v="1041"/>
          <ac:inkMkLst>
            <pc:docMk/>
            <pc:sldMk cId="2010728151" sldId="393"/>
            <ac:inkMk id="9" creationId="{1FA3EAD6-4E7D-B262-87B8-068CDB72318F}"/>
          </ac:inkMkLst>
        </pc:inkChg>
        <pc:inkChg chg="add mod">
          <ac:chgData name="hossam alzahrani" userId="fdac2997cc5b0bfe" providerId="LiveId" clId="{F2625555-E783-4D8B-BD21-7442D78D4EED}" dt="2026-03-28T23:38:51.564" v="1044"/>
          <ac:inkMkLst>
            <pc:docMk/>
            <pc:sldMk cId="2010728151" sldId="393"/>
            <ac:inkMk id="11" creationId="{BB98757C-6F1C-6C98-0215-D77B4F15F2F0}"/>
          </ac:inkMkLst>
        </pc:inkChg>
        <pc:inkChg chg="add">
          <ac:chgData name="hossam alzahrani" userId="fdac2997cc5b0bfe" providerId="LiveId" clId="{F2625555-E783-4D8B-BD21-7442D78D4EED}" dt="2026-03-28T23:38:52.730" v="1045" actId="9405"/>
          <ac:inkMkLst>
            <pc:docMk/>
            <pc:sldMk cId="2010728151" sldId="393"/>
            <ac:inkMk id="12" creationId="{52ECC0CC-0A1D-9D8A-9C56-68E9AED085C5}"/>
          </ac:inkMkLst>
        </pc:inkChg>
        <pc:inkChg chg="add mod">
          <ac:chgData name="hossam alzahrani" userId="fdac2997cc5b0bfe" providerId="LiveId" clId="{F2625555-E783-4D8B-BD21-7442D78D4EED}" dt="2026-03-29T00:17:37.108" v="1112"/>
          <ac:inkMkLst>
            <pc:docMk/>
            <pc:sldMk cId="2010728151" sldId="393"/>
            <ac:inkMk id="14" creationId="{28576A8C-06C8-DB76-94B8-572AE6099560}"/>
          </ac:inkMkLst>
        </pc:inkChg>
        <pc:inkChg chg="add mod">
          <ac:chgData name="hossam alzahrani" userId="fdac2997cc5b0bfe" providerId="LiveId" clId="{F2625555-E783-4D8B-BD21-7442D78D4EED}" dt="2026-03-29T00:17:40.284" v="1115"/>
          <ac:inkMkLst>
            <pc:docMk/>
            <pc:sldMk cId="2010728151" sldId="393"/>
            <ac:inkMk id="16" creationId="{0785C856-E6AF-2A29-C8E1-C7AC26356F38}"/>
          </ac:inkMkLst>
        </pc:inkChg>
        <pc:inkChg chg="add">
          <ac:chgData name="hossam alzahrani" userId="fdac2997cc5b0bfe" providerId="LiveId" clId="{F2625555-E783-4D8B-BD21-7442D78D4EED}" dt="2026-03-29T00:21:41.661" v="1116" actId="9405"/>
          <ac:inkMkLst>
            <pc:docMk/>
            <pc:sldMk cId="2010728151" sldId="393"/>
            <ac:inkMk id="17" creationId="{99817CC0-5D0A-ECE0-BBEF-A90AFB0CE825}"/>
          </ac:inkMkLst>
        </pc:inkChg>
      </pc:sldChg>
    </pc:docChg>
  </pc:docChgLst>
</pc:chgInfo>
</file>

<file path=ppt/comments/modernComment_16C_B7274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A76778-5F1D-4464-84B2-DD465B852B62}" authorId="{BCA4807B-E1E4-A0B3-FC2C-4DE6F3B567C8}" created="2026-03-27T21:25:36.9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2050226" sldId="364"/>
      <ac:spMk id="4" creationId="{00000000-0000-0000-0000-000000000000}"/>
      <ac:txMk cp="99" len="106">
        <ac:context len="260" hash="2795947738"/>
      </ac:txMk>
    </ac:txMkLst>
    <p188:pos x="7934325" y="1333500"/>
    <p188:txBody>
      <a:bodyPr/>
      <a:lstStyle/>
      <a:p>
        <a:r>
          <a:rPr lang="en-US"/>
          <a:t>Collect knowledge from expert developers
 And explain important design decisions
Make this knowledge available to everyone</a:t>
        </a:r>
      </a:p>
    </p188:txBody>
  </p188:cm>
  <p188:cm id="{A6D5DA60-138B-42E6-AEEB-A4F7C6AF2482}" authorId="{BCA4807B-E1E4-A0B3-FC2C-4DE6F3B567C8}" created="2026-03-27T21:32:06.80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2050226" sldId="364"/>
      <ac:spMk id="4" creationId="{00000000-0000-0000-0000-000000000000}"/>
      <ac:txMk cp="0" len="97">
        <ac:context len="260" hash="2795947738"/>
      </ac:txMk>
    </ac:txMkLst>
    <p188:pos x="7534275" y="266700"/>
    <p188:txBody>
      <a:bodyPr/>
      <a:lstStyle/>
      <a:p>
        <a:r>
          <a:rPr lang="en-US"/>
          <a:t>Allow you to reuse entire system architectures, not just small pieces of code
And also Help you document and explain systems clearly</a:t>
        </a:r>
      </a:p>
    </p188:txBody>
  </p188:cm>
</p188:cmLst>
</file>

<file path=ppt/comments/modernComment_16E_A8F912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41DC667-18C0-45F2-A9A0-C5DC87AA66AD}" authorId="{BCA4807B-E1E4-A0B3-FC2C-4DE6F3B567C8}" created="2026-03-28T18:52:28.304">
    <pc:sldMkLst xmlns:pc="http://schemas.microsoft.com/office/powerpoint/2013/main/command">
      <pc:docMk/>
      <pc:sldMk cId="2834895604" sldId="366"/>
    </pc:sldMkLst>
    <p188:txBody>
      <a:bodyPr/>
      <a:lstStyle/>
      <a:p>
        <a:r>
          <a:rPr lang="en-US"/>
          <a:t>Encapsulation =
👉 Hiding data inside the class (using private)
👉 And allowing access to it only through methods
So yes:
👉 All modifications (inside main or anywhere else) must be done using methods</a:t>
        </a:r>
      </a:p>
    </p188:txBody>
  </p188:cm>
</p188:cmLst>
</file>

<file path=ppt/comments/modernComment_14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C10AAC-00BA-4BCB-8280-2C7374EC3EA0}" authorId="{BCA4807B-E1E4-A0B3-FC2C-4DE6F3B567C8}" created="2026-03-29T23:54:11.91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21"/>
      <ac:spMk id="3" creationId="{00000000-0000-0000-0000-000000000000}"/>
      <ac:txMk cp="178" len="11">
        <ac:context len="252" hash="2241289805"/>
      </ac:txMk>
    </ac:txMkLst>
    <p188:pos x="3554963" y="3114869"/>
    <p188:txBody>
      <a:bodyPr/>
      <a:lstStyle/>
      <a:p>
        <a:r>
          <a:rPr lang="en-US"/>
          <a:t>Hiding complex details
and showing only essential features</a:t>
        </a:r>
      </a:p>
    </p188:txBody>
  </p188:cm>
</p188:cmLst>
</file>

<file path=ppt/comments/modernComment_152_2FC27F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FE3A621-5D89-452A-A53E-5B832E1755D4}" authorId="{BCA4807B-E1E4-A0B3-FC2C-4DE6F3B567C8}" created="2026-03-28T16:41:46.1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01275687" sldId="338"/>
      <ac:spMk id="3" creationId="{00000000-0000-0000-0000-000000000000}"/>
      <ac:txMk cp="192" len="97">
        <ac:context len="337" hash="259836881"/>
      </ac:txMk>
    </ac:txMkLst>
    <p188:pos x="7572375" y="3048000"/>
    <p188:txBody>
      <a:bodyPr/>
      <a:lstStyle/>
      <a:p>
        <a:r>
          <a:rPr lang="en-US"/>
          <a:t>The controller accesses the model
👉 Controller interacts with Model
possibly updating it
👉 It may change the data
appropriate to the user's action
👉 Based on what the user did
--------------------------------------
🔹 Simplified:
User does something (e.g., clicks a button) 👇
👉 Controller handles it
👉 Talks to the Model
👉 Updates data</a:t>
        </a:r>
      </a:p>
    </p188:txBody>
  </p188:cm>
</p188:cmLst>
</file>

<file path=ppt/comments/modernComment_166_3D2384F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38944AF-5574-4AAE-8F1F-941B7DD93024}" authorId="{BCA4807B-E1E4-A0B3-FC2C-4DE6F3B567C8}" created="2026-03-27T21:05:38.49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25737971" sldId="358"/>
      <ac:spMk id="3" creationId="{00000000-0000-0000-0000-000000000000}"/>
      <ac:txMk cp="166" len="134">
        <ac:context len="523" hash="83951016"/>
      </ac:txMk>
    </ac:txMkLst>
    <p188:pos x="8210550" y="1543050"/>
    <p188:txBody>
      <a:bodyPr/>
      <a:lstStyle/>
      <a:p>
        <a:r>
          <a:rPr lang="en-US"/>
          <a:t>A Design Pattern tells you:
“Don’t focus on every detail…
focus on the core idea of the design
and reuse it in other projects”</a:t>
        </a:r>
      </a:p>
    </p188:txBody>
  </p188:cm>
</p188:cmLst>
</file>

<file path=ppt/comments/modernComment_189_77D946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4FB8F9-F24A-4728-9058-73C4CDDC7595}" authorId="{BCA4807B-E1E4-A0B3-FC2C-4DE6F3B567C8}" created="2026-03-29T00:22:39.99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10728151" sldId="393"/>
      <ac:spMk id="18" creationId="{55784136-2D59-C2C9-1B53-9691652A92F7}"/>
      <ac:txMk cp="0" len="107">
        <ac:context len="109" hash="2715102591"/>
      </ac:txMk>
    </ac:txMkLst>
    <p188:pos x="3472962" y="254977"/>
    <p188:txBody>
      <a:bodyPr/>
      <a:lstStyle/>
      <a:p>
        <a:r>
          <a:rPr lang="en-US"/>
          <a:t>class Engine {}
class Wheel {}
class Car {}
MAIN 
Engine e1 = new Engine();
Engine e2 = new Engine();
Wheel w1 = new Wheel();
Wheel w2 = new Wheel();
Wheel w3 = new Wheel();
Wheel w4 = new Wheel();
Car c1 = new Car();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6:47:30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1620 9830,'1'6'167,"1"-1"1,-1 1-1,1-1 0,1 0 1,-1 0-1,0 0 0,1 0 1,0-1-1,4 6 0,8 15 407,134 269 3662,-27-55-271,-7 12-522,-65-148-1874,-20-44-26,38 108 0,-6-8-337,-1-4-1298,-35-62 92,-15-48 0,23 56 0,3 14 0,-17-48 0,22 32 0,-42-99-7,0 0-1,0 0 1,0 0 0,0 0-1,0 1 1,0-1-1,0 0 1,0 0-1,0 0 1,0 0-1,0 1 1,0-1 0,1 0-1,-1 0 1,0 0-1,0 0 1,0 0-1,0 0 1,0 0-1,1 1 1,-1-1 0,0 0-1,0 0 1,0 0-1,0 0 1,1 0-1,-1 0 1,0 0 0,0 0-1,0 0 1,0 0-1,1 0 1,-1 0-1,0 0 1,0 0-1,0 0 1,1 0 0,-1 0-1,0 0 1,0 0-1,0 0 1,0 0-1,1 0 1,-1 0-1,0-1 1,0 1 0,0 0-1,0 0 1,1 0-1,6-12-300,2-15-130,-2-19-422,-2 0 0,-2 0 0,-6-81 0,0 29-288,1-38-585,5-171-2072,9 193 2323,2-44-481,5-173-2104,-14 277 3774,-5-96 0,2-20-25,21 21 318,-3 33 0,-8 28 0,48-168 0,-40 178 0,-15 53 0,1 0 0,2 1 0,19-44 0,72-156 0,-58 148 91,4 2-1,56-72 0,105-85 1335,-157 180-885,-28 30-176,0 1 0,2 1 1,0 1-1,39-23 0,-47 31-272,0 0 0,0-1 1,21-20-1,-23 16-105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15:20.9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0 321,'1'-1,"-1"0,1-1,-1 1,1 0,0-1,0 1,-1 0,1 0,0-1,0 1,0 0,0 0,1 0,-1 0,0 1,0-1,1 0,0 0,31-16,-25 13,33-20,-33 19,0 0,1 0,0 0,0 1,0 1,0-1,1 1,-1 1,1 0,11-1,84-9,-64 6,52-2,251 30,-73 16,-97-12,321 62,-408-71,103 11,-27-6,239 22,-167-24,-24 10,51 5,182 4,346 26,-492-45,492 18,-155-19,351-11,-571-11,-329 1,162-26,-217 22,-1-1,0-1,-1-2,44-20,-66 26,1-1,0 0,-1 0,0-1,0 0,-1 0,0-1,0 1,0-1,-1-1,0 1,8-15,-11 16,1 0,-1 1,0-2,0 1,-1 0,0 0,0-1,0 1,-1 0,1-1,-2 1,1 0,-1-1,0 1,0 0,-1 0,0-1,-4-8,1 5,0 0,-1 0,-1 1,1 0,-1 0,-1 1,0 0,-13-11,3 6,-1 0,0 2,-29-14,31 17,0-2,0 0,-27-23,43 33,0-1,1 1,-1-1,1 1,-1-1,1 1,-1-1,1 1,-1-1,1 0,-1 1,1-1,0 0,-1 1,1-1,0 0,-1 0,1 1,0-1,0 0,0 0,0 1,0-1,0 0,0 0,0 1,0-1,0 0,0 0,1 1,-1-2,1 1,1-1,-1 1,0-1,1 1,-1 0,1-1,-1 1,1 0,-1 0,1 0,0 1,2-2,54-14,-55 15,24-6,43-16,7-3,-12 10,2 2,91-8,9-3,-112 15,86-6,616 14,-370 4,1240-2,-1635 2,-1 0,0 0,1 0,0 1,0 0,-8 5,-17 5,-9 0,1-2,-1-2,-59 6,63-11,-58 17,64-13,-1-1,-55 4,-134 15,145-14,-79 3,-315 24,-26 1,-447 16,494-22,-719 33,-1-39,725-11,278-7,-278 17,268-4,327-20,698-4,-802 3,51 9,26 2,59 1,47 1,-111-16,-1 0,156 17,-85-4,-121-11,74 12,-78-6,125-3,-175-4,-810 1,384-3,-603-70,1009 71,-450-44,-389-47,230 15,-4 45,110 6,8 0,176 7,-85 12,324 8,192 0,112 14,99 13,-152-17,94 13,-123-10,172-3,-141-8,270 23,-92-4,340 10,-647-32,948 14,405 24,-770-23,-216-7,-117-4,-78 9,63 1,71-16,-431 3,-436-18,-200-21,156-1,54-1,430 39,-351-14,-425 3,530 14,85-2,223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15:25.1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0,'6006'370'0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15:27.3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0,'10266'0'0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15:30.5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0,'20558'0'0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4:24:32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24759,'6331'0'0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6:47:28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1487 9830,'1'7'157,"1"-1"0,0 0 0,0 0-1,0 0 1,0 0 0,1 0 0,0-1 0,1 1-1,-1-1 1,1 0 0,0 0 0,6 6 0,16 26 584,3 10 895,69 84 1,-19-28 62,77 133 2336,-138-207-3049,47 52 1,-4-4 340,115 177 2820,-163-236-4094,0 0 0,-1 1 1,0 1-1,-2 0 0,0 1 1,-2 0-1,11 39 0,-9-20-53,-5-19 0,0-1 0,1 30 0,-3-36-116,1-13-81,7-25-340,8-40-387,1-27-145,-16 62 598,2 1 0,1 0 0,2 0 0,0 0 0,27-50 0,-10 33-311,2 3 1,65-77-1,101-66-260,-163 158 1122,12-7-36,2 3 1,1 1-1,66-31 1,-52 29-406,215-149-1675,-122 74 1525,132-79-1516,430-259-2611,-335 224 3349,-40-8 2771,-186 120-1043,-105 74-238,87-78 0,-117 93-160,0 0 1,-1-1-1,0-1 1,-2-1-1,-1 0 1,17-37-1,-4 19 238,-6 11 199,-14 16-431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32:42.5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0,'15353'0'0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32:46.4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0,'21016'0'0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2:50.3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1854 0,'440'0,"-440"0,0 0,0 1,0-1,0 0,0 0,0 0,0 0,0 0,0 0,0 0,0 0,-1 0,1 0,0 0,0 0,0 0,0 0,0 1,0-1,0 0,0 0,0 0,0 0,0 0,0 0,0 0,0 0,0 1,0-1,0 0,0 0,0 0,0 0,0 0,0 0,0 0,0 0,0 0,0 1,0-1,0 0,0 0,0 0,0 0,0 0,1 0,-1 0,0 0,0 0,0 0,0 0,0 0,0 0,0 1,0-1,0 0,0 0,1 0,-1 0,0 0,0 0,0 0,0 0,0 0,0 0,-12 9,-17 9,-192 62,198-72,0-2,0 0,0-2,-40 3,3 1,-69 9,-104 19,232-36,-222 37,197-33,1 0,-43 15,-13 3,-210 38,182-40,-80 10,6-5,107-13,48-6,-49 2,71-8,-1 0,0 0,1 1,-1 0,0 0,1 0,-1 1,1 0,-13 6,19-8,0 0,0 0,0 1,0-1,0 0,0 0,0 1,0-1,0 0,0 0,0 0,0 1,0-1,0 0,0 0,0 1,0-1,0 0,0 0,0 0,0 1,0-1,1 0,-1 0,0 0,0 1,0-1,0 0,1 0,-1 0,0 0,0 0,0 0,0 1,1-1,-1 0,0 0,0 0,1 0,-1 0,0 0,0 0,0 0,1 0,-1 0,0 0,0 0,1 0,-1 0,0 0,0 0,0 0,1 0,-1 0,0 0,1-1,16 3,87-16,-48 4,63-15,-83 16,0 1,0 2,42-1,131-6,15-1,29 1,1 0,369-17,-294 8,-182 13,319-9,104 3,280 2,-525 15,2010-2,-1871 28,-2-1,-175-14,14 0,-113 0,1 0,-160-14,-1 1,0 1,0 1,0 2,0 1,-1 1,38 13,-35-9,0 0,1-2,0-1,39 3,30 12,-192-19,44-1,0 3,-71 15,71-11,0-1,-73 2,-37-13,-204 5,248 10,-58 3,-1482-17,1631 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3:07.2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267 159,'-180'0,"230"12,-2 1,136 6,-136-14,73 0,-73-5,80 10,151 28,-102-33,-110-5,78 10,90 11,21 3,-138-11,128-3,-106-7,345 35,124 3,-348-28,-6-1,20 2,20-1,-256-13,68-1,143 17,-79-4,18 3,-110-7,-1-2,102-8,-58 0,-100 1,0-1,0-1,0-1,-1-1,33-12,103-49,-138 58,17-8,0 1,2 2,0 1,0 3,44-6,-24 3,19-1,25-4,-47 7,4-1,-33 5,1 2,46-3,483 8,-522 1,64 12,-18-1,105 13,-106-14,-44-6,63 3,-76-8,-1 1,30 7,39 4,-22-13,-171-35,57 18,6 3,-1 1,-1 1,-49-6,-112-22,34 4,63 11,76 16,1 2,-58-6,-183-26,11 1,137 24,-42-1,-486 14,300 2,139-14,2-1,-1984 15,2175 1,-1-1,-34 9,-26 3,-14-11,54-3,-1 3,-77 12,65-7,-1-1,0-3,-89-6,27 0,-970 3,1054 2,-57 10,56-7,-55 3,55-7,-11 0,0-1,1-3,-73-12,88 10,-1 1,-48-1,48 5,0-2,-49-9,-27-16,86 22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33:09.8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0,'14608'0'0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33:18.2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0 344 0,'4975'-344'0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3:20.2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147 55,'-15'-2,"-1"-1,1 0,0-2,0 1,-28-15,16 8,27 11,0 0,0 0,0 0,0 0,0 0,0 0,0 0,0 0,0 0,0 0,1 0,-1 0,0 0,0 0,0 0,0 0,0-1,0 1,0 0,0 0,0 0,0 0,0 0,1 0,-1 0,0 0,0 0,0 0,0 0,0 0,0 0,0 0,0-1,0 1,0 0,0 0,0 0,0 0,0 0,0 0,0 0,0 0,0 0,0 0,0-1,0 1,0 0,0 0,0 0,0 0,0 0,0 0,0 0,0 0,17-3,22 2,81 0,97 4,-118 10,-59-7,55 1,75-9,129 4,-137 25,-103-17,-28-4,47 3,-14-3,127 27,-171-29,0 1,0 1,0 1,25 12,-44-19,-1 0,1 0,-1 0,1 1,-1-1,0 0,1 0,-1 1,1-1,-1 0,0 1,1-1,-1 0,1 1,-1-1,0 0,0 1,1-1,-1 1,0-1,0 1,1-1,-1 1,0-1,0 0,0 1,0-1,0 1,0-1,0 1,0-1,0 1,0-1,0 1,0-1,0 1,0-1,0 1,0-1,-1 1,1 0,-23 14,-36 2,-85 4,94-14,1-2,-1-2,-82-6,25 0,-1026 3,1134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03:11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23090,'10372'0'0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03:15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25290,'19052'0'0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03:21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717 430 9830,'-51'0'1190,"11"-1"-422,1 1-1,-1 2 0,-67 13 1,106-14-744,-160 43 2531,143-37-2156,1 0 1,0 1 0,1 0 0,0 1 0,0 1 0,-28 24 0,7-5 280,31-26-546,0 1 1,0 1-1,1-1 1,-1 1-1,1 0 1,0 0-1,0 1 1,1 0-1,-1 0 1,1 0-1,-4 9 1,1 2 163,1-1-1,1 1 1,1 0 0,0 0 0,1 1-1,1-1 1,1 1 0,1 29 0,1-36-118,1 0 0,-1-1-1,2 1 1,-1 0 0,2 0 0,-1-1 0,1 0 0,1 0 0,0 0 0,1 0 0,-1-1 0,2 0 0,-1 0-1,15 14 1,25 20 408,3-2-1,1-2 1,81 48-1,-93-68-587,0-1 0,1-3 0,0 0 0,76 15 0,-43-11 0,-26-7 0,93 13 0,-56-14 0,-39-5 0,68 2 0,-69-6 0,53 9 0,-51-4 0,47-1 0,801-7 0,-738-12 0,-103 6 0,55 0 0,-67 8 0,-2 0 0,1 0 0,0-3 0,0-1 0,0-2 0,-1-2 0,48-14 0,-66 15 0,0 1 0,1 1 0,-1 1 0,30 0 0,-23 1 0,47-8 0,101-17 0,-42 13 0,-3 2 0,-93 7 0,55 0 0,-56 4 0,66-9 0,-21-1 0,0 4 0,158 7 0,-100 2 0,1147-2 0,-1249 3 0,0 0 0,73 18 0,-73-12 0,0-2 0,75 5 0,-49-13 0,-8 0 0,0 2 0,89 14 0,-79-7 0,0-2 0,0-4 0,66-5 0,-7 0 0,-98 5 0,-1 0 0,33 8 0,-30-4 0,46 2 0,17 5 0,-67-8 0,46 3 0,-37-7 0,199-3 0,-217-1 0,0 0 0,0-1 0,0-1 0,0 0 0,25-13 0,40-14 0,-51 22 0,0-2 0,0-2 0,-1 0 0,27-19 0,-32 17-107,-1 0 1,-1-2-1,21-21 0,37-31-63,-71 65 114,-1-1 0,0 0 0,0 0 0,0-1 0,-1 0 0,0 0 0,-1 0 0,1-1 0,-1 0 0,-1 0 0,6-12 0,-9 15 9,1 0 1,-1 0-1,0 1 1,-1-1 0,1 0-1,-1 0 1,0 0 0,0 0-1,-1 0 1,1 0 0,-1 0-1,0 0 1,-1 0-1,1 1 1,-1-1 0,0 0-1,0 1 1,0-1 0,-1 1-1,1 0 1,-1 0-1,0 0 1,-4-4 0,-63-84-399,54 68 359,-1 1 0,0 0 1,-2 2-1,-1 0 0,0 1 1,-36-27-1,-31-13 415,-64-39 209,126 85-450,11 4-31,-1 2 0,-1 0 0,1 0 0,-1 2 0,0 0 0,-1 0 0,1 2 0,-21-4 0,-121-19 368,129 21-284,-48-15 1,49 12-18,-50-9 0,-80-7 257,9-2 44,121 22-329,-54-16 0,61 14-95,-1 1 0,0 1 0,0 1 0,-29-2 0,-172-19-1,183 22 0,-43-8 0,45 5 0,-56-2 0,-127-10 0,152 10 0,-11-4 0,45 6 0,-62-3 0,-16 11 0,-90-3 0,131-12 0,53 9 0,-1 0 0,-28-1 0,-54 4 0,50 2 0,0-2 0,-87-14 0,77 7 0,-1 2 0,0 3 0,-75 7 0,14-2 0,62-2 0,3-1 0,-1 2 0,-103 16 0,122-11 0,-66 2 0,64-7 0,-57 10 0,34-2 0,-1-4 0,-125-6 0,68-2 0,-1173 3 0,1278 2 0,-1 0 0,-36 8 0,35-5 0,0-1 0,-26 1 0,-103 11 0,63-5 0,-47 15 0,82-15 0,34-6 0,-1-2 0,-25 3 0,35-5 0,0 1 0,0-1 0,0 2 0,0-1 0,0 1 0,1 0 0,-15 8 0,-10 4 0,16-10 0,0 0 0,-1-1 0,-27 3 0,-13 2 0,-7 3 0,44-9 0,0 1 0,0 1 0,0 0 0,1 2 0,0 0 0,-21 11 0,-137 95 0,129-81 0,-166 123 0,202-142 0,3-1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4:41:52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26538,'6008'0'0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4:41:57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82 9830,'1616'0'19660,"-1407"14"-19660,-5-1 0,838-14 0,-1010 0 0,0-3 0,38-8 0,-19 3 0,-34 5 0,-1 0 0,1-1 0,-1-1 0,27-14 0,-30 13 0,0 0 0,0 2 0,1-1 0,0 2 0,-1 0 0,2 1 0,19-3 0,-25 6 0,0-1 0,0 2 0,-1-1 0,1 1 0,0 0 0,-1 1 0,1 0 0,-1 1 0,0-1 0,1 2 0,-1-1 0,0 1 0,9 6 0,6 2 0,0-1 0,27 9 0,16 6 0,-6-2 0,115 32 0,-44-18 0,-103-31 0,0 0 0,0-2 0,38 1 0,33 7 0,-57-7 0,47 1 0,39 5 0,-41 0 0,22 3 0,-63-7 0,0-3 0,1-2 0,-1-2 0,51-5 0,10 1 0,-85 4 0,27 0 0,-46-1 0,-1 0 0,1 0 0,-1 0 0,1-1 0,-1 0 0,1 1 0,-1-1 0,1 0 0,-1 0 0,1 0 0,-1 0 0,0 0 0,0-1 0,2-1 0,-3 2 0,-1 1 0,1-1 0,-1 1 0,0-1 0,1 0 0,-1 1 0,0-1-1,0 0 1,1 0 0,-1 1 0,0-1 0,0 0 0,0 1 0,0-1 0,0 0 0,0 0 0,0 1-1,0-1 1,0 0 0,-1 1 0,1-1 0,0 0 0,0 0 0,-1 1 0,1-1 0,0 1 0,-1-1-1,1 0 1,-1 0 0,-18-21-133,12 14-4,-6-8 83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4:42:00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23532,'5401'0'0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33:36.6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0,'18020'0'0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3:39.3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255 27,'-11'0,"-1"-2,1 0,0 0,-12-4,-40-7,-61 12,298 27,17 1,-138-17,0-2,79 2,-4-13,191 5,-207 11,24 1,10-1,12 0,-8-15,122 4,-179 11,-60-7,58 3,-36-10,-34 0,0 0,0 1,0 2,1 0,-1 1,-1 1,1 1,39 14,-48-14,0 0,0-2,0 1,0-2,1 0,23 2,83-7,-48 0,-45 4,0-2,0-1,0-1,-1-1,1-1,47-17,184-65,-227 81,0 2,0 1,0 1,0 1,36 5,-33-2,0-1,1-2,64-9,-63 5,1 0,59 2,3-1,11-19,-89 21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3:50.3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 0,'1250'0,"-1201"3,60 9,-8 1,-92-13,471 26,-94-10,143 22,-365-26,75 2,104 13,-2-1,-285-22,102 19,-97-12,69 3,-72-9,106 25,-82-13,-80-17,3 1,1 0,-1 0,1 0,-1 1,0 0,1 0,-1 0,6 4,-13-3,-1-1,0 0,0 0,0 0,0 0,0 0,0-1,-1 0,1 1,-5 0,-17 4,-1 0,0-2,-37 2,-26 4,25-3,0-2,-94-5,86-2,-113 12,-402 54,351-55,-26 3,148-2,-343 18,17-13,73-3,-16 2,-211-1,368-16,-108 3,334 0,0 0,1 0,-1 0,0 0,0 0,0 0,0-1,0 1,0 0,0 0,0 0,0 0,0 0,0 0,0-1,-1 1,1 0,0 0,0 0,0 0,0 0,0 0,0-1,0 1,0 0,0 0,0 0,0 0,0 0,-1 0,1 0,0 0,0 0,0 0,0-1,0 1,1 0,9-6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33:52.2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0,'12199'0'0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3:53.9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0 292,'1'-1,"-1"0,0 0,1 0,0 0,-1-1,1 1,0 0,-1 0,1 0,0 0,0 1,0-1,0 0,0 0,0 0,0 1,0-1,0 0,0 1,0-1,0 1,1 0,-1-1,0 1,0 0,1-1,1 1,40-5,-38 5,134-1,-94 3,-1-2,85-12,-42 1,1 4,164 7,-105 2,89 0,291-4,-85-26,18 2,-252 14,153-3,951 16,-2232-1,694-15,101 4,-138-12,-202-8,-25 5,-22-1,239 14,4 0,-215 14,626-1,-112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3:55.2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0 319,'19'-1,"1"-1,36-8,-35 5,-1 1,29-1,199-10,348 2,-367 15,2461-2,-2217 14,-13-1,157 6,-595-18,428 4,-44-3,34 25,-334-15,31 2,-113-12,1 1,-1 1,35 10,-152-11,-117-23,147 12,-7-4,45 7,-1 1,-37-2,37 6,-25 0,1-1,-67-12,-90-15,156 22,0 1,-72 3,70 2,1-1,-64-11,29-3,-173-8,-146-16,12-1,255 32,-179-35,290 38,-367-26,80 11,-426-31,586 51,122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34:02.3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0,'11086'106'0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03.8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2,'81'0,"4"-2,-1 5,90 13,65 11,-135-18,125-5,-139-5,0 3,116 19,219 22,-326-37,215 0,49 4,-257 0,390 23,-254-20,4 1,554-16,-780 1,-1-1,0-1,1-1,35-13,-36 11,1 0,0 1,0 1,32-2,102-10,-71 6,-13-3,-49 9,0 0,27-1,-26 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08.2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2,'113'-1,"124"3,-151 11,-58-7,49 2,84-7,-48-2,121 16,-80-3,17 3,-94-8,-1-3,80-7,87 5,-166 11,-57-8,0-1,29 1,374-6,-401 0,0-1,35-8,27-3,17-3,-43 5,-17 0,-24 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34:10.7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0 133 0,'8043'-133'0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34:13.5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0,'5795'0'0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19.4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86,'1'-2,"0"-1,-1 0,2 1,-1-1,0 1,0 0,1-1,-1 1,1 0,0 0,-1 0,1 0,0 0,0 0,1 0,-1 1,0-1,1 1,-1-1,0 1,4-1,56-22,-25 18,0 1,0 1,0 3,67 4,-8 1,2414-5,-2131 15,-30-1,134 3,-174-4,222 12,151 3,-232-11,-182-5,430 26,362 6,-586-28,248 23,-530-26,116 2,358-15,-640 0,1-2,31-6,-30 3,49-2,-29 7,-15 1,-1-1,1-1,40-9,-27 3,0 3,0 2,0 2,49 5,11-2,-45-2,-19-2,0 3,0 1,73 13,-42 1,81 7,-79-11,-43-7,47 3,-43-5,43 8,-45-6,54 3,-65-7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34:24.1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0,'21142'0'0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25.9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0,'1907'0,"-1873"2,58 10,-56-6,44 1,369-6,-215-3,-211 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28.7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0,'2223'0,"-2200"0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29.7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0 258,'3'3,"1"0,0 0,-1-1,1 0,0 0,0 0,0 0,0-1,0 1,0-1,1 0,4 0,61 4,-11-2,2 7,0-2,1-4,-1-2,66-6,-104-1,-1 0,0-2,0 0,-1-2,0 0,0-1,25-18,19-7,33-7,2 3,120-28,-176 54,-6 0,-30 9,0 1,0 0,1 0,-1 1,1 0,0 0,-1 1,1 0,0 1,11 0,-18 0,-1 0,0 1,0-1,1 0,-1 1,0-1,0 1,0-1,0 1,0-1,0 1,0 0,0 0,0-1,2 3,-3-3,0 1,0-1,0 1,0-1,0 1,1-1,-1 1,0-1,0 1,0-1,0 1,0-1,-1 1,1-1,0 1,0-1,0 1,0-1,0 0,-1 1,1-1,0 1,0-1,-1 1,1-1,-1 1,-1 1,0 0,0 0,0-1,-1 1,1 0,0-1,-1 0,1 1,-1-1,0 0,-5 1,-32 3,-1-1,0-2,-64-6,6 1,-44 1,-162 5,253 7,29-5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30.7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156 134,'56'-21,"165"-21,-160 32,0 3,0 2,120 8,-53-1,-110-2,200 6,-176-2,0 1,0 3,46 14,4 8,65 19,-1-23,-121-20,65 2,-60-6,41 7,-13 0,0-4,122-6,-66-2,-97 3,0-1,-1-2,1 0,43-13,-135-4,10 13,-1 2,0 3,-58 5,55 0,0-3,-91-12,12-7,-273-4,303 19,-130-22,43 3,-79-5,43 3,140 14,22 3,-71-1,8 10,110-1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33.6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66 28,'0'-1,"0"0,-1 0,1 0,-1 0,1 1,-1-1,1 0,-1 0,1 0,-1 0,0 0,1 1,-1-1,0 0,0 1,0-1,1 0,-1 1,0-1,0 1,0 0,0-1,0 1,0 0,0-1,0 1,-1 0,-34-6,28 5,50 4,62-5,-25 0,132 0,224 5,-137 36,-199-22,141 6,485 25,-192-15,-161-19,-67 14,-183-18,185-8,-144-5,-140 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34.6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0 196,'20'-1,"0"-1,-1-1,22-6,18-3,42-1,167 0,-209 12,105-14,122-12,-113 15,11-2,75-13,-201 21,66 1,-73 5,0-2,53-10,-40 3,2 4,129 6,-72 1,-55 0,-38 0,0-1,0-2,50-7,-58 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04:25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28086,'4394'0'0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04:28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9830,'44'2'1333,"57"10"-1,-58-5-467,62 1 1,1111-10 13555,-924 2-13578,-260 2-843,56 10 0,-56-7 0,54 3 0,1290-9 0,-1354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04:30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17252,'5055'0'0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04:34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0 9830,'-5'3'157,"0"-1"0,0 0 0,0 1 0,0 0 0,0 0 0,1 1 1,0-1-1,-1 1 0,1 0 0,1 0 0,-1 1 0,-4 6 0,-8 6 231,-67 75 1578,55-67-1263,-15 15 217,41-38-858,1 0 1,-1 0-1,0 0 1,1 0-1,-1 1 0,1-1 1,-1 1-1,1-1 0,0 1 1,0 0-1,1-1 0,-1 1 1,0 0-1,1-1 1,-1 7-1,2-8-30,-1 0 1,1 1-1,-1-1 1,1 0 0,0 0-1,0 0 1,-1 1-1,1-1 1,0 0-1,0 0 1,0 0-1,0 0 1,0 0-1,0-1 1,1 1-1,-1 0 1,0 0-1,0-1 1,1 1-1,-1 0 1,0-1-1,1 0 1,-1 1 0,0-1-1,1 0 1,-1 0-1,0 1 1,1-1-1,2-1 1,43-1 629,96-24 1304,-10 0 0,-1 0 0,-103 20-1274,-1-2 0,45-17 0,-52 16-337,1 1-1,0 2 1,1 0 0,-1 1-1,30-3 1,368 7 547,-200 3-901,250-2-1,-447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04:44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28559,'12409'0'0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04:46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66 133 9830,'-6'0'197,"-1"0"0,1-1 0,-1 0 1,1 0-1,0-1 0,-1 0 0,1 0 0,-8-4 0,14 6-185,0 0-1,0 0 1,0 0-1,0 0 0,1 0 1,-1 0-1,0 0 1,0 0-1,0 0 1,0 0-1,0 0 1,0 0-1,0 0 0,1 0 1,-1 0-1,0-1 1,0 1-1,0 0 1,0 0-1,0 0 1,0 0-1,0 0 0,0 0 1,0 0-1,0 0 1,1 0-1,-1 0 1,0 0-1,0 0 1,0-1-1,0 1 1,0 0-1,0 0 0,0 0 1,0 0-1,0 0 1,0 0-1,0 0 1,0-1-1,0 1 1,0 0-1,0 0 0,0 0 1,0 0-1,0 0 1,0 0-1,0 0 1,0 0-1,0-1 1,0 1-1,0 0 1,0 0-1,0 0 0,0 0 1,0 0-1,0 0 1,-1 0-1,1 0 1,0 0-1,0-1 1,0 1-1,0 0 0,0 0 1,0 0-1,0 0 1,18-3 384,20-1 91,935 4 12509,-432 1-9745,-240-15-3251,-4 0 0,-106 15 0,431-16 0,-414-3 0,608-28 0,-99 46 0,-784 1 0,-113 14 0,117-8 0,-119-3 0,118-5 0,-114 12 0,42 3 0,-266-9 0,214-8 0,-189 19 0,-128 43 0,282-53 0,221-6 0,-1 0 0,1 0 0,0 0 0,-1 1 0,1-1 0,0 1 0,0-1 0,0 1 0,0 0 0,-1 0 0,1 0 0,0 0 0,-1 2 0,5 4 0,18-2 0,35-1 0,-1-1 0,83-8 0,19-20 0,-101 14 0,75-5 0,-61 17 0,-53 1 0,0-2 0,0 1 0,1-2 0,-1 0 0,0-1 0,-1-1 0,1 0 0,17-7 0,-33 6 0,-13 1 0,-23-4 0,24 5 0,-41-6 0,0 2 0,-78 3 0,-7-1 0,81-6 0,33 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04:50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1751 161 9830,'-214'0'4587,"351"-2"-2899,154 5 1935,-185 9-2005,48 2 433,345-10 3694,252-6-5410,-109-1-322,1189 3-13,-1831 0 0,0 0 0,0 0 0,0 0 0,0 0 0,0 0 0,0 0 0,0 0 0,0 0 0,0 0 0,0 0 0,0 0 0,0 0 0,0 0 0,0 0 0,0-1 0,0 1 0,0 0 0,0 0 0,0 0 0,-1 0 0,1 0 0,0 0 0,0 0 0,0 0 0,0 0 0,0 0 0,0 0 0,0-1 0,1 1 0,-1 0 0,0 0 0,0 0 0,0 0 0,0 0 0,0 0 0,0 0 0,0 0 0,0 0 0,0 0 0,0 0 0,0 0 0,0-1 0,0 1 0,0 0 0,0 0 0,0 0 0,0 0 0,0 0 0,0 0 0,1 0 0,-1 0 0,0 0 0,0 0 0,-14-8 0,-18-5 0,2 3 0,-10-4 0,-1 2 0,-58-9 0,-18-2 0,82 14 0,0 2 0,-58-5 0,-182-14 0,-59-2 0,-2856 29 0,2677 27 0,-12-1 0,311-11 0,125-6 0,-153 17 0,240-27 0,0 0 0,0 0 0,0 0 0,1 1 0,-1-1 0,0 0 0,0 1 0,1 0 0,-1-1 0,0 1 0,1 0 0,-1 0 0,1 0 0,-1 0 0,1 0 0,-3 1 0,9 5 0,15-2 0,70 1 0,115-7 0,-68-2 0,268 3 0,-375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11:03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24795,'9076'0'0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11:08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28236,'7858'0'0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15:58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18522,'5478'0'0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16:03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28431,'5636'0'0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17:10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15479 139 9830,'2'95'1890,"-5"102"480,3-194-2320,-1 0-1,1 0 1,-1-1 0,0 1 0,0 0-1,0-1 1,0 1 0,-1 0 0,1-1-1,-1 0 1,0 1 0,1-1 0,-1 0-1,0 0 1,0 0 0,0 0 0,-1 0-1,1 0 1,0-1 0,-1 1 0,1-1-1,-1 1 1,0-1 0,1 0 0,-1 0-1,0 0 1,1-1 0,-1 1 0,0-1-1,-5 1 1,-12 1 261,1-1 0,-1-1 0,-32-4 0,16 1 180,-353 1 4310,221 2-2721,152-1-1772,0 0 1,0-2-1,-21-5 1,-37-5 750,40 8-505,0-1 0,1-1 0,0-2-1,-51-21 1,38 13-464,-61-14 0,90 26-90,0 0 0,0-2 0,-30-15 0,34 15 0,0 0 0,-1 1 0,0 1 0,0 0 0,0 1 0,-18-3 0,-125-20 0,140 23 0,1 0 0,-1-1 0,-17-8 0,21 7 0,0 2 0,0-1 0,-1 1 0,0 1 0,-20-2 0,-81-8 0,72 6 0,-63-1 0,-372 9 0,462-2 0,-1 0 0,0-2 0,-18-4 0,-39-6 0,39 9 0,1-2 0,0-1 0,-43-16 0,44 13 0,0 1 0,0 1 0,-58-5 0,-18-1 0,73 8 0,-57-2 0,62 9 0,-1-2 0,1-2 0,-44-8 0,29 3 0,0 3 0,-1 2 0,0 2 0,-47 5 0,-13-2 0,-872-2 0,948 2 0,-57 10 0,56-7 0,-55 3 0,49-7 0,6-2 0,0 2 0,0 1 0,-56 11 0,61-8 0,0-1 0,-52 0 0,50-3 0,0 1 0,-44 8 0,-59 17 0,111-23 0,-1-1 0,-1-1 0,-28-2 0,31-1 0,-1 2 0,1 0 0,0 1 0,-26 6 0,20-2 0,-1-2 0,1-1 0,-1-1 0,-42-2 0,-30 2 0,18 11 0,55-8 0,-47 3 0,-100-10 0,-83 4 0,185 11 0,52-8 0,-1-2 0,-29 3 0,-83-7 0,-53 2 0,113 12 0,52-9 0,1 0 0,-29 1 0,-670-3 0,350-5 0,-1722 3 0,2070-1 0,0-1 0,-35-8 0,34 5 0,-1 2 0,-25-2 0,-670 3 0,349 4 0,-161-2 0,509-1 0,1-1 0,-37-8 0,35 5 0,0 1 0,-27-1 0,-440 4 0,235 2 0,233-2 0,0-1 0,-35-8 0,33 5 0,1 2 0,-26-2 0,-476 4 0,252 2 0,249 1 0,0 1 0,1 0 0,-1 2 0,1 0 0,0 2 0,-30 13 0,-18 4 0,44-16 0,-129 48 0,77-26 0,51-21 0,0 2 0,0 0 0,1 1 0,1 2 0,-37 26 0,-2 0 0,54-36 0,-1 1 0,2 0 0,-1 1 0,0 0 0,1 0 0,0 1 0,1 0 0,0 0 0,-9 11 0,-12 21 0,19-29 0,1 0 0,0 0 0,1 1 0,0 0 0,1 0 0,0 1 0,1 0 0,1 0 0,-1 0 0,2 0 0,0 1 0,-3 24 0,4-20 0,2 1 0,0-1 0,1 1 0,1-1 0,1 1 0,0-1 0,1 0 0,1 0 0,1-1 0,7 17 0,-2-8 0,12 48 0,-17-51 0,1-1 0,0 0 0,17 31 0,-14-32 0,-1 0 0,-1 0 0,-1 0 0,10 44 0,3 88 0,-15-85 0,-9 130 0,0-175 0,-1 0 0,-2-1 0,0 0 0,-1 0 0,-1-1 0,-1 0 0,-24 36 0,12-20 0,-14 18 0,25-39 0,1 0 0,-15 29 0,-22 82 0,10-22 0,28-80 0,1 1 0,1-1 0,1 1 0,1 0 0,-1 26 0,2 128 0,5-123 0,0-41 0,1-1 0,0 0 0,1 0 0,1 0 0,0 0 0,9 19 0,10 35 0,-19-48 0,0-1 0,1-1 0,2 1 0,-1-1 0,2 0 0,0 0 0,2-1 0,0 0 0,0-1 0,2 0 0,0-1 0,18 19 0,-3-12 0,1-2 0,1-1 0,0-1 0,1-2 0,55 22 0,49 27 0,-104-49 0,1-2 0,0 0 0,1-3 0,0 0 0,41 7 0,-30-8 0,-1 1 0,63 27 0,-65-24 0,1-2 0,0-1 0,57 6 0,48 13 0,-94-17 0,1-2 0,0-3 0,1-2 0,77 0 0,-99-5 0,57 11 0,-55-7 0,50 2 0,40-9 0,95 4 0,-148 11 0,-52-8 0,0-2 0,30 3 0,44-5 0,-42-2 0,0 3 0,72 11 0,-58-5 0,0-2 0,0-4 0,67-5 0,-7 0 0,45 17 0,3 1 0,3611-17 0,-3752 1 0,55-11 0,16-1 0,-19 11 0,-30 1 0,89-12 0,-3 0 0,-95 11 0,60-10 0,1-4 0,136-2 0,-161 14 0,124-22 0,-135 15 0,116-5 0,-132 14 0,57-11 0,-37 3 0,2 1 0,157-10 0,-23 2 0,-142 9 0,10-1 0,150-10 0,-193 20 0,-1-3 0,1 0 0,0-2 0,-1-2 0,36-10 0,-30 7 0,-1 2 0,1 1 0,0 3 0,72 2 0,-61 2 0,0-3 0,62-9 0,-67 4 0,52 1 0,-53 4 0,58-10 0,-38 4 0,0 2 0,130 7 0,-71 1 0,-1-3 0,137 3 0,-175 11 0,-60-8 0,49 4 0,405-8 0,-229-3 0,-229 4 0,-1 0 0,34 8 0,-32-6 0,0 0 0,24 1 0,208-7 0,85 4 0,-234 11 0,-62-6 0,64 1 0,1998-10 0,-2056 0 0,56-10 0,47-2 0,-79 14 0,16 1 0,125-16 0,-104 4 0,207 9 0,-152 4 0,-155-2 0,73 1 0,139-18 0,-131 7 0,0 5 0,116 7 0,-57 0 0,1121-2 0,-1242-1 0,1-2 0,35-8 0,-5 0 0,-16 2 0,-1-2 0,-1-2 0,0-2 0,-1-1 0,0-3 0,50-31 0,-79 43-125,-1-1 1,-1 0-1,19-18 0,23-19-126,47-33 339,-12 16-956,-53 37 842,1 1 0,55-29 0,-9 8 175,-64 34-114,1 0 0,-1 2 0,2 0 0,-1 1 0,1 0 0,21-4 0,44-11 90,-62 16-83,1 0 0,0 2 0,1 0-1,37-2 1,284 8 353,-325 1-353,0 0 1,35 8-1,-34-6-3,1 0-1,24 1 1,90 9 130,-88-8-132,60 2-1,-25-7-36,98-4 0,-162-1 0,-1-1 0,1-1 0,-1 0 0,0-1 0,0-1 0,-1-1 0,19-12 0,23-10 0,-35 18 0,-1-1 0,24-19 0,18-11 0,-50 34 0,-1-1 0,22-21 0,-23 20 0,0 0 0,28-18 0,-32 24-38,-1 0 0,-1 0 0,1-1 0,12-15 0,24-20-83,-26 27-217,-1-1-1,0-1 1,-1 0 0,-1-1-1,-1-1 1,12-20 0,30-37-528,-44 59 588,0-1 0,-1 0 0,-1 0-1,0-1 1,9-28 0,-9 13-244,-1 0 0,-2-1 0,-1 0 0,2-46 0,-8-145-1746,-3 98 946,5 8 28,-5-132-1205,0 235 2247,-1-1 1,-1 1-1,0 0 0,-1 0 1,-13-25-1,-2-3-330,8 17 529,-1 1-1,-1 1 1,-1 0 0,-22-25-1,23 31 19,-20-36-76,28 41 321,-2 1-1,0 1 0,-16-20 1,-31-40 558,45 56-466,-2 0-1,1 1 1,-2 1 0,-22-20 0,-4-4 282,31 30-405,1 0 0,-2 0 0,1 1 0,-18-11 0,-6 0 377,-2 1-1,0 2 1,-48-16-1,-58 3 861,107 23-807,-54-2 0,-18-3 395,-29-6 439,81 11-603,-81-18 0,99 18-407,0 0-1,0 2 0,0 2 0,-42 3 1,33 0 123,1-3 1,-46-6 0,31 1-404,-89 1 1,32 2-158,0-9 4,-39-1 0,-564 15 0,693 1 0,1 0 0,-34 8 0,32-4 0,-47 2 0,44-7 0,0 1 0,-53 10 0,-91 15 0,88-17 0,65-9 0,0 1 0,0 1 0,0 1 0,0 1 0,-25 9 0,25-7 0,-1-1 0,0-1 0,-1-1 0,1 0 0,-33-1 0,-46 8 0,-16 8 0,-47 9 0,6-5 0,76-13 0,-140 17 0,148-16 0,47-8 0,0 1 0,0 2 0,-44 14 0,39-10 0,0-1 0,0-2 0,-40 4 0,-34 8 0,76-13 0,0 2 0,1 1 0,-31 15 0,41-16 0,-1 0 0,1-1 0,-1-1 0,-1-1 0,-36 4 0,-104-4 0,150-5 0,-8 1 0,-1 1 0,-37 8 0,35-5 0,0-2 0,-23 2 0,-496-4 0,261-3 0,275 3-5,0-1 0,0-1-1,-1 1 1,1-1 0,0 0-1,0 0 1,0 0 0,0-1-1,0 1 1,0-1 0,1-1-1,-1 1 1,-6-5 0,3 0-106,-1-1 1,1-1 0,1 0-1,-13-18 1,20 26 103,-93-118-500,25 29-1709,57 78-7534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19:11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25484,'12859'0'0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19:13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0 186 9830,'1538'0'18691,"-772"0"-17722,-759 1-969,-3-1 0,-1 0 0,0 0 0,0 0 0,1 0 0,-1 0 0,0 0 0,1-1 0,-1 0 0,0 0 0,0 0 0,0 0 0,0 0 0,0 0 0,4-3 0,-8 3 0,1 0 0,0 1 0,-1-1 0,1 0 0,-1 0 0,1 0 0,-1 1 0,1-1 0,-1 0 0,0 1 0,1-1 0,-1 0 0,0 1 0,0-1 0,1 1 0,-1-1 0,0 1 0,0-1 0,0 1 0,0 0 0,0 0 0,-1-1 0,-23-11 0,-36-8 0,-82-16 0,49 14 0,61 15 0,0 2 0,-52-2 0,48 5 0,-64-11 0,64 7 0,-1 1 0,0 3 0,-55 2 0,51 2 0,-1-3 0,-57-8 0,25 0 0,-1 3 0,-86 5 0,135 1 0,5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19:19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585 80 9830,'-584'0'9175,"635"3"-8056,53 8 0,42 3 707,387-13 4169,-251-3-5569,-234 0-426,54-9 0,36-3 0,4-3 0,-71 7 0,-36 4 0,45-13 0,-54 11 0,0 2 0,0 0 0,44-2 0,-690 10 0,348-3 0,224 4 0,-53 8 0,-45 2 0,35-13 0,88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19:20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0 133 9830,'900'0'11796,"-873"-1"-11253,-1-2-1,35-8 0,11-1 475,113-15 1413,-105 16-1304,-33 4-299,59-1 1,-58 6-823,50-9 0,47-3-6,-15 16 1,-54 0 0,-1-3 0,0-3 0,95-17 0,-290 18 0,-358 3 0,449 2 0,-54 9 0,-14 2 0,-94-14 0,-47 3 0,133 11 0,57-6 0,-56 1 0,-33-11 0,-106 5 0,147 10 0,-36 2 0,318 12 0,-48-13 0,35 1 0,790-15 0,-928 0 0,56-11 0,-53 6 0,41-1 0,-49 6 0,0 0 0,0-2 0,34-8 0,-7 3 0,-35 5 0,-55 3 0,-605 0 0,633 0 0,-1 0 0,1 1 0,-1-1 0,1 1 0,0 0 0,0 0 0,-1 1 0,1 0 0,0 0 0,-6 3 0,10-4 0,-1 0 0,0 0 0,1 1 0,-1-1 0,1 1 0,-1-1 0,1 1 0,0-1 0,0 1 0,-1 0 0,1 0 0,0 0 0,1-1 0,-1 1 0,0 0 0,0 0 0,1 0 0,0 0 0,-1 0 0,1 1 0,0-1 0,0 0 0,0 0 0,0 0 0,0 0 0,0 0 0,1 0 0,-1 0 0,2 3 0,3 11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19:21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1803 425 9830,'-408'-20'6034,"329"11"-4990,-239-15 3232,-312 25 2921,262-1-6088,497 3-1109,146-6 0,-166-9 0,71-4 0,-146 14 0,51-9 0,-51 6 0,52-3 0,-30 8 0,-5 1 0,-1-2 0,84-14 0,-87 9 0,1 1 0,0 3 0,63 4 0,63-2 0,-84-13 0,-60 8 0,57-4 0,-51 10 0,-27-1 0,-27 0 0,-92 2 0,-182-4 0,187-11 0,54 6 0,-56-1 0,-46-5 0,-2 0 0,-359 14 0,930 15 0,368 22 0,-687-38 0,32 1 0,-1-5 0,188-30 0,-7-8 0,-307 42 0,-1-1 0,1 1 0,0 0 0,0-1 0,0 1 0,-1-1 0,1 0 0,0 1 0,0-1 0,-1 0 0,1 0 0,-1 0 0,3-2 0,-4 3 0,0-1 0,0 1 0,0-1 0,0 1 0,0 0 0,0-1 0,-1 1 0,1-1 0,0 1 0,0 0 0,0-1 0,-1 1 0,1-1 0,0 1 0,0 0 0,-1-1 0,1 1 0,0 0 0,-1-1 0,1 1 0,0 0 0,-1 0 0,1-1 0,0 1 0,-1 0 0,1 0 0,-1 0 0,1-1 0,0 1 0,-1 0 0,1 0 0,-2 0 0,-56-16 0,49 14 0,-37-9 0,12 2 0,0 1 0,-1 2 0,-64-3 0,57 7 0,-51-9 0,-32-1 0,56 11 0,-260-14 0,-168-23 0,331 26 0,-144-3 0,176 15 0,-135 1 0,278 1 0,-1-1 0,0 1 0,0 0 0,0 1 0,0 0 0,12 6 0,13 4 0,-1-5 0,1-1 0,0-2 0,54 2 0,15 2 0,221 18 0,-119-13 0,342 28 0,154-34 0,-400-11 0,483 3 0,-774 1 0,-5-1 0,0 0 0,0 0 0,0 0 0,0 0 0,0 0 0,1-1 0,-1 0 0,0 0 0,0 0 0,0 0 0,0-1 0,5-2 0,-9 3 0,1 1 0,-1-1 0,0 1 0,0-1 0,0 1 0,1-1 0,-1 1 0,0-1 0,0 0 0,0 1 0,0-1 0,0 1 0,0-1 0,0 1 0,0-1 0,-1 0 0,1 1 0,0-1 0,0 1 0,0-1 0,0 1 0,-1-1 0,1 1 0,0-1 0,-1 1 0,1-1 0,0 1 0,-1 0 0,1-1 0,-1 1 0,1-1 0,0 1 0,-1 0 0,1-1 0,-1 1 0,1 0 0,-1 0 0,1-1 0,-1 1 0,1 0 0,-1 0 0,0 0 0,-24-13 0,6 9 0,0 0 0,-1 1 0,1 1 0,0 1 0,-30 1 0,25 1 0,-1-2 0,-46-6 0,-1-3 0,-1 3 0,0 3 0,-93 7 0,34-1 0,-1326-2 0,1446 0 0,0 0 0,0 1 0,0 0 0,0 1 0,0 0 0,1 1 0,-1 0 0,1 1 0,-1 0 0,1 1 0,0 0 0,-14 9 0,25-13 0,-1-1 0,0 0 0,1 1 0,-1-1 0,0 1 0,1-1 0,-1 1 0,1-1 0,-1 1 0,0-1 0,1 1 0,0-1 0,-1 1 0,1 0 0,-1-1 0,1 1 0,0 0 0,-1 0 0,1-1 0,0 1 0,0 0 0,-1 0 0,1-1 0,0 1 0,0 0 0,0 0 0,0-1 0,0 1 0,0 0 0,0 0 0,1 0 0,0 0 0,0 0 0,0 0 0,0 0 0,0 0 0,0 0 0,0 0 0,1 0 0,-1-1 0,0 1 0,1-1 0,-1 1 0,0-1 0,1 1 0,2-1 0,54 6 0,-58-6 0,194-3 0,-171 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34:42.5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0,'10004'0'0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34:44.7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0,'6354'0'0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48.1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0,'817'0,"-774"2,56 10,37 2,107-1,36 0,8 1,5-1,-181-12,424 13,-171 1,-26-3,523 1,-524-16,482 3,-649 14,3 0,-109-15,-7-1,0 3,107 16,-102-9,1-2,0-4,74-5,-13 0,643 3,-744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50.0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0,'34'0,"74"0,136 17,-36-4,2 0,28 15,-168-22,115-2,-114-6,111 14,38 7,-46-6,214 14,-219-16,177-10,-148-4,-123 3,-11-2,-1 3,105 16,-104-9,1-2,-1-4,68-5,-6 0,1698 3,-1805 2,1 0,36 8,-36-5,1-1,27 1,190-6,-215 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53.0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0 371,'8'-1,"1"0,-1-1,0 0,0 0,0-1,0 0,13-8,37-11,5 10,0 2,94-1,-130 10,-1-2,1-1,46-14,-44 10,0 1,51-4,-18 5,70-15,-14 0,-65 17,72 2,-76 3,97-11,-59-6,-37 6,1 2,57-2,-43 6,97-18,-100 11,114-5,-162 16,75 0,115-14,89-18,-211 25,162 6,-106 3,1058-2,-1035-13,-4-1,509 15,-635 1,57 10,-56-7,54 3,-60-7,0 0,-1 1,41 10,36 21,-45-13,-38-15,1-1,-1-1,27 2,34 5,-30-3,-1-2,1-2,81-6,-24 0,-61 3,0 2,74 13,-73-7,-27-5,0 1,0 0,-1 2,30 11,-32-10,0-2,1 0,-1-1,33 4,9 2,-8 0,-25-6,0 1,-1 1,0 2,0 1,25 12,27 23,81 63,-117-81,-28-18,1 1,22 19,-15-11,1 0,0-2,1-1,39 18,-1 0,-47-27,0 0,0-1,0 0,0-1,1-1,-1 0,1-1,-1-1,1 0,0-1,-1-1,26-5,-23 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53.7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53,'1033'0,"-1026"1,0-1,0 0,-1-1,1 0,0 0,-1 0,1-1,8-3,-15 5,0 0,0 0,1 0,-1 0,0 0,0 0,0 0,1 0,-1 0,0 0,0 0,0 0,0 0,0 0,1-1,-1 1,0 0,0 0,0 0,0 0,0 0,0 0,1-1,-1 1,0 0,0 0,0 0,0 0,0-1,0 1,0 0,0 0,0 0,0 0,0-1,0 1,0 0,0 0,0 0,0 0,0-1,0 1,0 0,0 0,0 0,0 0,0-1,0 1,0 0,-12-5,-16 1,-85-9,65 6,-64-1,33 9,56-1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54.9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653 106,'-17'-1,"1"-1,-1 0,-22-8,-1 1,-53-16,71 18,0 0,0 2,0 0,-39-2,13 6,-90-12,43 2,225 11,51 1,-44 25,-70-17,-11-1,85 3,28-14,208 5,-152 24,-132-18,193 11,-241-20,63 0,144 18,-63-4,2 0,-111-5,155-7,23 1,-170 11,-56-7,60 3,-92-9,32-1,-1 2,1 2,42 8,-53-6,-2-2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55.7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1,'1960'0,"-1954"0,-2 0,-1 0,0 0,1 0,-1 0,0 0,1 0,-1 1,0 0,0 0,1 0,-1 0,0 0,5 4,-7-5,-1 0,0 1,0-1,0 0,0 1,0-1,0 0,0 1,0-1,0 0,-1 1,1-1,0 0,0 1,0-1,0 0,0 1,-1-1,1 0,0 1,0-1,0 0,-1 0,1 1,0-1,0 0,-1 0,1 0,0 1,0-1,-1 0,1 0,0 0,-1 0,1 0,0 0,-1 1,1-1,0 0,-1 0,1 0,0 0,-1 0,0 0,1 0,-13 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34:57.0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56,'148'2,"160"-4,-189-11,44-1,-80 14,278-15,-220 4,197 9,-155 4,304-2,-468 1,-1 1,35 8,-13-2,-17-4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0:38.8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367 294,'1004'0,"-832"-12,-22-1,86-1,63-1,224 1,-131-1,-36 3,85-4,-107 5,289 3,66-4,-13-3,-335 12,27-9,110-2,206-15,-241 5,-220 15,358-8,-65 2,302 2,-501 15,631-2,-912 3,1 0,0 2,37 11,-34-6,0-3,46 3,-26-5,82 18,15 3,6-2,-99-13,126 7,-147-16,0 3,68 14,-67-9,0-3,58 3,-34-11,-38 0,-1 1,1 1,48 9,-36-3,2-3,-1 0,68-5,50 3,-73 11,-56-7,59 3,0-11,-47 0,0 2,0 2,51 9,-18-1,1-3,0-3,82-7,-22 0,1845 3,-1726-13,-5-1,-193 14,439-15,259 2,-463 15,2167-2,-2442 2,0 0,37 8,-36-5,1-1,27 1,-42-5,0 1,-1-1,1 1,0 1,0-1,-1 1,1 0,6 3,-10-4,-1 0,0-1,0 1,0 0,0 0,0 0,0 0,0-1,0 1,0 1,0-1,-1 0,1 0,0 0,-1 0,1 0,-1 1,1-1,-1 0,1 1,-1-1,0 0,0 0,0 1,0-1,0 0,0 1,0-1,0 0,0 1,-1-1,1 0,0 1,-1-1,1 0,-1 0,0 0,1 1,-1-1,0 0,0 0,-1 2,-6 5,1 0,-2-1,1 0,-1 0,0 0,0-1,0-1,-1 1,0-2,-18 7,-25 14,-154 79,186-95,0-1,0-1,-1-1,-41 6,-11 3,-228 72,170-61,74-14,-1-2,-1-3,-97 0,-1541-9,882 3,796-2,0-1,-34-8,32 5,0 2,-24-2,-190 6,-75-2,199-12,62 6,-64-1,-1307 9,1374-3,-53-9,54 4,-59 0,-775 8,845-2,-60-12,59 7,-55-2,-670 9,730-2,-56-11,54 6,-44-1,-618 5,336 4,319 0,-56 10,55-6,-52 1,-87-9,-136 4,216 11,59-7,-43 2,23-6,-66 11,62-6,-1-3,-71-5,-61 2,94 12,61-7,-65 3,-43-12,-171 5,232 11,56-8,-46 3,4-7,-7 0,-84 12,56-3,-197-7,149-6,79 3,-101-1,-256 31,-35 16,205-39,-82 7,64 13,154-16,-202-9,152-5,81 2,-110 3,121 11,58-8,-57 3,-1369-7,666-3,764 1,1-2,-31-6,28 4,-44-3,29 4,-47-9,15 2,55 7,0 0,-35-13,38 10,1 2,-1 0,0 1,-24-2,-54-7,67 8,-58-4,66 8,0-1,-32-8,31 5,0 2,-24-2,-22 4,35 2,0-2,0-1,-50-10,55 7,0 1,0 2,-45 2,43 0,1 0,-1-2,-31-6,-7-2,-1 3,0 3,-97 7,36-1,-929-2,1049 0,-1 0,1-1,-1-1,1 0,-1 0,1-1,-18-8,93 0,182-26,-200 32,282-44,101 3,-101 24,-103 11,381-43,29 43,-386 13,28-4,297 5,-219 34,-194-16,353 63,-26 11,-190-37,50 10,-11 0,-107-23,268 34,-427-69,78 10,544 88,-625-97,120 2,0 0,-23 7,175-3,-291-15,60 10,-61-6,60 2,22-9,-108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0:40.7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2,'279'-2,"300"5,-237 23,-80-2,163 6,-379-30,407 15,-110 12,-45-19,-69-6,-98 11,40 1,-73-13,271 13,225-3,-183-11,-203 13,50 1,1178-13,-692-3,-722 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0:42.3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0,'10054'450'0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0:43.9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0 133,'42'-2,"0"-3,0-1,58-17,-31 7,-41 10,0-1,1 2,0 0,39 0,-45 4,0-1,28-7,33-3,33-2,-75 7,59-1,1046 9,-1124-1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0:45.1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0,'0'2,"1"0,-1 0,0 0,1-1,-1 1,1 0,0-1,-1 1,1 0,0-1,0 1,0-1,0 1,1-1,-1 0,0 1,0-1,1 0,-1 0,1 0,-1 0,1 0,-1 0,3 0,47 16,-30-11,16 7,-18-6,0 0,1-1,0-1,0-1,37 3,93 6,19-1,-126-10,62 10,-59-6,50 1,65 6,-2 0,-116-10,45 7,-46-3,49-1,-19-6,-34-2,0 2,0 2,0 2,38 8,-34-5,-1-2,1-2,0-1,54-6,2 1,271 3,-346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0:47.1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1295 0,'42'2,"0"1,0 1,-1 3,0 1,49 17,-88-24,-1-1,0 0,1 0,-1 1,0-1,1 1,-1-1,0 1,0-1,0 1,1 0,-1 0,0 0,0 0,0-1,0 1,0 0,-1 1,3 1,-3-2,-1-1,1 1,0 0,0 0,-1-1,1 1,0 0,-1-1,1 1,-1 0,1-1,-1 1,1 0,-1-1,1 1,-1-1,0 1,1-1,-1 1,0-1,1 0,-1 1,0-1,0 0,-62 22,55-20,-48 14,-100 24,-114 23,222-50,-85 19,76-22,28-5,0 0,-41 1,45-6,-1 1,1 1,-43 10,39-7,0-1,-1-1,1-2,-1 0,1-3,-1 0,1-2,-1-1,1-1,-37-13,59 16,-17-4,2-1,-1-1,-28-16,14 11,19 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0:55.9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0,'17366'0'0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1:02.7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1185 0,'10'1,"0"0,0 1,-1 0,14 5,32 5,-1-8,94 11,-22 2,252 3,-154-7,-13 0,164 14,18 0,-17-13,-235-3,40 5,-110-9,0-3,84-6,78 4,-206 1,1 2,42 13,-69-18,-1 0,1 0,-1 0,1 0,-1 0,0 0,1 0,-1 0,1 1,-1-1,1 0,-1 0,0 0,1 1,-1-1,0 0,1 1,-1-1,0 0,1 1,-1-1,0 0,0 1,1-1,-1 0,0 1,0-1,0 1,0-1,0 1,1-1,-1 0,0 1,0-1,0 1,0-1,0 1,-13 13,-25 6,-32 1,-1-4,0-3,-105 6,88-10,-46-1,-21 3,40-1,-206-9,154-5,-2912 3,3072 0,0 0,-1-1,1 0,0-1,0 0,-11-4,17 6,0 0,0-1,0 1,0-1,1 1,-1-1,0 1,0-1,1 0,-1 1,0-1,0 0,1 0,-1 1,1-1,-1 0,1 0,-1 0,1 0,0 0,-1 1,1-3,0 2,0-1,1 1,-1-1,1 1,-1 0,1-1,0 1,0 0,-1-1,1 1,0 0,0 0,0 0,0 0,0 0,1 0,-1 0,0 0,0 0,2 0,28-19,0 1,1 2,1 1,0 1,1 2,64-15,-85 24,-1 0,1-1,16-9,-17 8,0 0,0 1,21-6,21 1,97-5,-93 10,14-7,-52 8,1 0,24 0,338 3,-182 2,-164 3,1 1,-1 1,0 2,41 15,-43-13,137 32,-94-26,96 35,-32-12,-124-35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1:04.9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0,'9504'0'0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1:08.5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80,'31'-1,"58"-11,-57 6,55-2,-54 7,50-10,-48 5,43-1,165 9,110-4,-245-11,-63 6,63-1,447 9,-524 2,0 1,0 1,57 18,-33-8,-18-6,61 13,86 5,-113-15,-44-7,0-1,33 0,-21-1,-1 1,69 16,-70-11,1-2,74 4,1502-13,-1594 4,-1 0,37 8,-35-5,0-1,27 1,65 8,-76-7,52 1,61-9,122 4,-253 1,-1 1,1 0,26 11,-28-9,-1 0,1-1,0-2,27 4,71 6,-72-6,63 0,-53-7,-31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1:10.7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0 110,'0'-2,"0"0,1 0,-1 0,1 1,-1-1,1 0,-1 0,1 0,0 0,0 0,0 1,0-1,0 0,1 1,-1-1,0 1,1-1,2-1,1-1,0 1,1 0,-1 0,1 0,-1 0,8-1,5-2,1 2,0 0,22-2,11 3,-22 1,57-10,-40 5,1 2,-1 2,87 6,-30-1,2125-2,-2209 2,0 0,35 8,-34-6,1 0,24 1,32-5,-44-1,0 2,0 1,62 12,-55-7,1-2,0-2,0-1,54-6,0 1,-55 4,0 1,63 11,-40-5,0-2,1-4,66-5,-9 0,-60 4,114 14,-46-2,9 1,-61-5,1-3,127-8,-66-1,-95 5,54 10,-55-6,58 2,-62-8,-1 1,67 13,-53-7,0-2,1-3,67-5,71 3,-99 13,-59-8,55 3,651-9,-710 3,60 10,-59-6,56 3,734-11,-807 1,0 0,1-1,-1-1,16-5,-28 7,16-4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39:15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22884,'8996'0'0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39:20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17196,'16141'0'0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39:23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0 135 9830,'3'0'64,"69"1"2102,140-18 0,-138 8-822,1 4-1,89 4 1,-83 3 475,130-15-1,-5-3 1045,-41 5-812,380-1 580,-332 14-2580,48-16-51,10 0 0,248 15 0,-561-1 0,-63 1 0,-135-17 0,120 5 0,-206 9 0,153 4 0,-1030-2 0,1025 14 0,5-1 0,2-13 0,149-1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39:25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1079 163 9830,'-64'0'1456,"-23"-1"669,-156 18 0,177-10-452,-129-3 0,145-4-1087,205 1 1958,444-3 4902,-275-24-7414,-200 17-32,244-10 0,220-16 0,-468 24 0,122 7 0,-22 2 0,-124-11 0,-66 8 0,1 1 0,46-1 0,-340 5 0,117 1 0,-44 13 0,11-1 0,-53 1 0,-3-1 0,-222-15 0,-170 4 0,46 48 0,359-26 0,139-21 0,59-4 0,0 2 0,-41 6 0,64-7 0,0 0 0,0 0 0,0 0 0,0 0 0,0 1 0,0-1 0,0 0 0,0 0 0,1 0 0,-1 1 0,0-1 0,0 1 0,0-1 0,0 0 0,1 1 0,-1 0 0,0-1 0,0 1 0,1-1 0,-1 1 0,0 0 0,16 6 0,33-1 0,348-4 0,-203-4 0,65-11 0,-19-1 0,604-42 0,-530 33 0,89-12 0,-134 19 0,-136 12 0,-17-8 0,15-1 0,-121 13 0,-5 0 0,0 0 0,-1 0 0,1 0 0,0 0 0,-1 0 0,1-1 0,0 0 0,-1 1 0,1-1 0,-1-1 0,1 1 0,5-4 0,-9 5 0,0 0 0,0-1 0,1 1 0,-1 0 0,0-1 0,0 1 0,-1 0 0,1-1 0,0 1 0,0 0 0,0-1 0,0 1 0,0 0 0,0-1 0,0 1 0,0 0 0,-1 0 0,1-1 0,0 1 0,0 0 0,0 0 0,-1-1 0,1 1 0,0 0 0,0 0 0,-1-1 0,1 1 0,0 0 0,0 0 0,-1 0 0,1 0 0,0 0 0,-1-1 0,1 1 0,0 0 0,0 0 0,-1 0 0,1 0 0,0 0 0,-1 0 0,1 0 0,0 0 0,-1 0 0,1 0 0,0 0 0,-1 0 0,1 0 0,-19-3 0,-74-3 0,-116 7 0,70 1 0,52-2 0,-54-1 0,-142 18 0,246-12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5:07:21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9830,'-2'11'608,"2"-11"-589,0 1 0,0-1 1,0 1-1,0-1 0,-1 0 0,1 1 0,0-1 0,0 1 0,0-1 0,0 1 0,0-1 0,0 0 0,0 1 0,0-1 0,1 1 1,-1-1-1,0 1 0,0-1 0,0 0 0,0 1 0,0-1 0,1 1 0,-1-1 0,0 0 0,0 1 0,1-1 0,-1 0 0,0 1 1,1-1-1,-1 0 0,0 1 0,1-1 0,-1 0 0,0 0 0,1 0 0,-1 1 0,1-1 0,-1 0 0,0 0 0,1 0 0,-1 0 1,1 0-1,-1 0 0,1 1 0,-1-1 0,1 0 0,-1 0 0,0 0 0,1-1 0,-1 1 0,1 0 0,-1 0 0,1 0 0,41 5 671,0-2-1,0-2 0,45-5 0,8 1 486,-16 3-232,-7-2 426,1 4 1,99 14-1,-125-10-254,88 1-1,-90-7-283,0 2 1,54 10-1,-61-7-134,0-1 0,45-1-1,-48-3 12,1 1 1,63 12-1,-52-6-684,1-1 0,0-3 1,89-6-1,-32 0-20,33 1-4,147 5 0,-200 17 0,-65-16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1:24.6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0,'19768'0'0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1:27.9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0,'12172'0'0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1:31.1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0,'17146'0'0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1:36.4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55,'86'2,"121"17,-158-15,74-1,-78-4,91 11,133 16,-127-15,326-3,-271-11,1022 3,-1160-2,58-11,-19 1,1 1,107-5,-202 16,48 1,-1-2,81-13,53-14,-120 20,0 3,129 6,-68 1,-96-1,0-2,0-2,49-9,-58 7,1 2,0 1,0 0,0 2,-1 0,1 2,0 0,42 11,-38-7,9 4,0-3,0 0,61 2,-76-8,0 1,0 2,0 0,33 11,-32-8,-1-2,1 0,0-1,27 2,11-5,0-2,116-17,-142 13,0 2,59 2,13-2,-32-9,-53 7,0 2,26-2,672 3,-350 4,-319-1,8 0,0-3,97-14,-91 8,-1 2,2 3,73 7,-13-2,723-2,-828 2,1 0,36 8,-36-5,2-1,25 1,118-7,67 4,-99 24,-78-16,-28-4,0-1,48 2,-49-7,-3-1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1:37.9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0,'8312'0'0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1:40.9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0,'8018'0'0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40:03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5048 292 9830,'50'9'1624,"1"-2"0,0-2-1,69-3 1,-49-1-542,866 28 10007,-536-12-10095,-22-2-994,280 16 0,39 5 0,-651-34 0,256 4 0,153 9 0,20 23 0,-358-26 0,67 3 0,-179-16 0,1 1 0,-1 0 0,0 0 0,1 1 0,-1 0 0,0 0 0,1 0 0,-1 1 0,0 0 0,0 0 0,6 3 0,-60-11 0,17-3 0,-39-20 0,44 17 0,0 2 0,-41-11 0,-112-20 0,-254-50 0,-21 24 0,359 56 0,-759-53 0,343 35 0,218 7 0,166 15 0,-381-15 0,68 7 0,233 5 0,-443-18 0,368 17 0,-219-4 0,-292 16 0,837-3 0,52-9 0,-50 5 0,50-2 0,1209 9 0,-1076 12 0,-39 0 0,87 3 0,-96-4 0,-16 0 0,116 3 0,-185-15 0,105 14 0,-82-4 0,-84-9 0,1 2 0,-1 1 0,0 1 0,65 20 0,-99-25 0,-1 1 0,1-1 0,0 0 0,0 0 0,0 1 0,0-1 0,-1 0 0,1 1 0,0-1 0,0 1 0,0-1 0,-1 1 0,1-1 0,0 1 0,-1 0 0,1-1 0,-1 1 0,1 0 0,-1-1 0,1 1 0,-1 0 0,1 0 0,-1 0 0,1 1 0,-1-1 0,-1 0 0,1 0 0,0-1 0,-1 1 0,1 0 0,-1 0 0,1 0 0,-1-1 0,0 1 0,1 0 0,-1 0 0,0-1 0,1 1 0,-1-1 0,0 1 0,0-1 0,1 1 0,-1-1 0,-1 1 0,-54 21 0,45-19 0,-56 21 0,0-3 0,-83 14 0,-68 11 0,143-28 0,44-9 0,-1-2 0,1-1 0,-38 2 0,-226 18 0,-83 2 0,307-29 0,-446 16 0,-128-2 0,396-16 0,104 3 0,145 0 0,0 0 0,0 0 0,0 0 0,0 0 0,0 0 0,0 0 0,0 0 0,0 0 0,0 0 0,0 0 0,0 0 0,0 0 0,0-1 0,0 1 0,0 0 0,0 0 0,0 0 0,0 0 0,0 0 0,0 0 0,0 0 0,0 0 0,0 0 0,0 0 0,0 0 0,0-1 0,0 1 0,0 0 0,0 0 0,0 0 0,0 0 0,0 0 0,0 0 0,0 0 0,-1 0 0,1 0 0,0 0 0,0 0 0,0 0 0,0 0 0,0 0 0,0 0 0,0 0 0,0 0 0,0 0 0,0 0 0,0 0 0,0-1 0,-1 1 0,1 0 0,0 0 0,13-6 0,16-6 0,31-6 0,0 3 0,88-11 0,-9 1 0,-96 16 0,1 1 0,46-2 0,64-3 0,33-1 0,-155 13 0,58-11 0,-55 6 0,42-1 0,-54 7 0,-14 0 0,0 0 0,0 0 0,0-1 0,-1 0 0,1 0 0,0-1 0,11-4 0,-20 6 0,1 1 0,-1-1 0,0 0 0,0 0 0,0-1 0,1 1 0,-1 0 0,0 0 0,0 0 0,0 0 0,0 0 0,0 0 0,1 0 0,-1 0 0,0 0 0,0 0 0,0 0 0,0 0 0,1 0 0,-1-1 0,0 1 0,0 0 0,0 0 0,0 0 0,0 0 0,0 0 0,0 0 0,0-1 0,1 1 0,-1 0 0,0 0 0,0 0 0,0 0 0,0-1 0,0 1 0,0 0 0,0 0 0,0 0 0,0 0 0,0-1 0,0 1 0,0 0 0,0 0 0,0 0 0,0 0 0,0-1 0,0 1 0,0 0 0,0 0 0,-1 0 0,1-1 0,-11-3 0,-17 0 0,-16 4 0,-1 1 0,-59 11 0,-53 2 0,-1330-16 0,4232 2 0,-2759 1 0,0 1 0,0 0 0,-20 6 0,-40 6 0,-5-11 0,-109 10 0,-391 26 0,334-27 0,40 0 0,-1154-9 0,693-6 0,645 3 0,-910-15 0,277-13 0,-151 17 0,511 12 0,359-21 0,-59 19 0,489-55 0,-313 44 0,151-5 0,1241 15 0,-765 4 0,-722-2 0,-11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40:18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9830,'834'0'11909,"0"0"-5471,833 0-5125,-1647 2-1313,-1 0 0,37 8 0,-35-5 0,1-1 0,25 1 0,165-7 0,79 4 0,-202 10 0,-56-6 0,57 2 0,-26-8 0,-27-1 0,-1 1 0,0 2 0,66 12 0,29 14 0,-89-21 0,0-2 0,0-2 0,0-2 0,52-5 0,5 1 0,673 3 0,-736-1 0,60-12 0,-59 7 0,55-2 0,-47 9 0,-28 0 0,0 0 0,0-2 0,0 0 0,0-1 0,26-6 0,-26 3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9:40:23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0 294 9830,'0'-2'35,"1"-1"0,-1 0 1,1 0-1,0 1 0,-1-1 0,1 1 0,0-1 1,1 0-1,-1 1 0,0 0 0,1-1 0,-1 1 1,1 0-1,0 0 0,0 0 0,0 0 0,0 0 0,0 0 1,0 0-1,0 1 0,1-1 0,-1 1 0,0-1 1,1 1-1,-1 0 0,6-1 0,9-4 358,0 1-1,1 1 0,22-2 1,0-1 36,5-5 265,207-44 2816,-140 46-1963,12-1-10,56-5 999,-39 5-676,125-16 1552,-42 17-1780,-150 10-1640,77-10-1,202-8 9,-36 4 0,255 1 0,-354 15 0,226-2 0,-424 2 0,-1 0 0,37 8 0,-36-5 0,1-1 0,27 1 0,652-3 0,-341-5 0,241 3 0,-567-1 0,59-12 0,-59 8 0,56-4 0,835 10 0,-903 3 0,-33 4 0,-37 8 0,45-15 0,-58 18 0,-98 15 0,102-26 0,8 0 0,-80 1 0,91-9 0,0 2 0,-68 12 0,44-6 0,0-2 0,0-4 0,-74-5 0,11 0 0,-1803 3 0,1906 2 0,0 1 0,0 1 0,0 0 0,-33 12 0,-33 8 0,-70 3 0,26 0 0,121-24 0,0 0 0,1 1 0,0 0 0,-18 9 0,-30 10 0,-7-4 0,39-10 0,-1-1 0,0-2 0,-1 0 0,-55 2 0,-65-10 0,243 27 0,94-6 0,-144-14 0,1-2 0,61-3 0,43 2 0,-62 11 0,-54-7 0,59 3 0,5-11 0,71 3 0,-46 24 0,-122-25 0,0 0 0,0 0 0,0 0 0,0 0 0,-1 0 0,1 0 0,0 0 0,0 0 0,0 0 0,0 0 0,0 1 0,0-1 0,0 0 0,0 0 0,0 0 0,0 0 0,0 0 0,0 0 0,0 0 0,0 0 0,0 0 0,0 1 0,0-1 0,0 0 0,0 0 0,0 0 0,0 0 0,0 0 0,0 0 0,0 0 0,0 0 0,0 0 0,0 1 0,0-1 0,0 0 0,0 0 0,0 0 0,0 0 0,0 0 0,0 0 0,0 0 0,0 0 0,0 0 0,0 0 0,0 1 0,0-1 0,0 0 0,0 0 0,0 0 0,1 0 0,-1 0 0,0 0 0,0 0 0,0 0 0,0 0 0,0 0 0,0 0 0,0 0 0,0 0 0,0 0 0,1 0 0,-1 0 0,0 0 0,0 0 0,0 0 0,-13 7 0,-17 4 0,-5-5 0,-355 68 0,346-61 0,28-8 0,1-1 0,-1 0 0,-28 2 0,32-6 0,0 1 0,0 1 0,0 0 0,-13 4 0,22-5 0,-1 1 0,1-1 0,-1 0 0,1 1 0,0 0 0,0 0 0,-1 0 0,1 0 0,1 1 0,-1-1 0,0 1 0,1 0 0,-1-1 0,1 1 0,0 0 0,0 0 0,-3 6 0,-38 89 0,36-75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1:51.8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0,'11577'0'0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1:57.2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0 239,'716'0,"-684"-1,55-11,-55 6,55-2,-29 8,14 0,126-15,-149 9,76 2,-76 4,79-11,44-9,-42 7,-3 2,158 7,95-6,-173-3,18-1,183 0,-10 2,-127 3,-71 7,-71-11,62-1,-102 16,94-3,-112-12,-52 8,0 1,30-1,245 4,-137 2,-126 2,0 1,0 1,56 18,-31-8,-19-6,191 39,-165-37,-35-5,0-2,39 2,48-4,167-6,-211-9,-51 9,0 0,28-1,137 5,-162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1:59.6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0,'7996'0'0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2:02.9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0 186,'26'0,"39"1,0-3,73-12,124-14,-212 22,85 0,-86 6,95-13,-70-1,0 3,116-3,-160 13,0-1,31-8,-29 5,52-3,-45 6,51-9,-53 5,61-2,512 9,-598 0,0 0,0 1,0 1,0 0,0 0,0 1,-1 0,0 1,0 1,0-1,-1 2,1-1,-1 2,16 14,-24-19,1-1,-1 0,0 1,0 0,0-1,0 1,-1 0,1 0,-1 0,1 0,-1 0,0 0,0 0,-1 0,1 1,-1-1,1 0,-1 0,0 1,-1 3,0-1,0 0,-1-1,1 1,-1-1,-1 1,1-1,-1 0,0 0,0 0,-8 8,5-5,-1-1,0 0,0 0,-1-1,0 0,0 0,0-1,-1 0,1-1,-1 0,0 0,-1-1,-15 4,9-7,-1-1,0 0,1-2,-1 0,1 0,-28-11,-23-5,55 16,-37-8,-1 2,0 2,-52 0,62 7,0-2,-68-11,64 7,0 1,-45 2,42 2,-72-10,45 2,0 4,-123 6,65 1,-344-2,459 1,0 1,0 1,-18 4,-39 6,-126 15,277-39,-40 4,53-3,52-3,16-1,-92 14,24 1,125-16,-189 11,480-54,-216 54,128-10,-98-13,-220 20,102 5,17 1,32-27,-160 17,-43 4,55-1,-39 9,-53-1,-43 0,-1434 0,1444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2:04.5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0 238,'0'-1,"1"0,-1 0,1 0,-1 0,0 0,1 0,0 0,-1 1,1-1,0 0,-1 0,1 0,0 1,0-1,0 0,-1 1,1-1,0 0,0 1,0-1,0 1,0 0,0-1,0 1,0 0,0 0,2-1,38-5,-30 5,42-8,-21 2,0 2,46-1,69 8,126-3,-160-12,34-1,98 13,272-13,-85-14,24 19,-134 8,-142-12,54-1,463 15,-647-3,55-10,48-2,455 15,-588-2,0-1,35-8,-33 5,0 2,24-2,92-9,-65 4,-50 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2:06.3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0,'13256'0'0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2:33.2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56,'3964'0,"-3546"-13,-9-1,-203 15,514-17,134 3,-526 15,496-2,-824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2:34.1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0,'55'21,"-51"-19,33 11,0-2,1-1,0-2,1-1,59 2,-22-9,43-1,136 16,-125-4,196-9,-157-5,-58 3,573-15,-72 6,-129 7,-285-11,80-2,-20 2,11 0,551 14,-798-1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2:34.7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4363 55,'24'2,"1"1,-1 1,0 0,26 10,-25-6,0-2,0-1,45 3,-37-5,57 11,-38-5,-209-19,49-8,0 5,-125 0,179 11,-53-9,-42-2,-149 0,-66 0,-352-7,20 12,399 10,-1223-2,1497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2:36.2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0,'478'0,"-441"3,0 0,0 3,37 10,-38-8,1-1,0-1,39 0,-47-6,59 0,121 14,-43 6,242-2,1949-20,-1249 3,-1039-11,-59 7,1 1,-1 0,1 1,-1 0,1 0,10 2,-3 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2:37.5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899 843,'11'-9,"1"1,0 0,0 1,1 0,0 0,0 2,16-6,13-6,65-23,1 4,2 5,144-21,123-3,57-2,-169 26,201-12,-463 43,390-15,281-44,-144 52,-307 9,-93-4,139 5,-223 5,-43-8,-1 1,1 0,-1 0,1 0,-1 0,1 0,-1 0,0 1,0-1,1 1,-1-1,0 1,0 0,2 4,-3-6,-1 1,0 0,0-1,0 1,0-1,0 1,0 0,0-1,-1 1,1 0,0-1,0 1,0-1,-1 1,1 0,0-1,0 1,-1-1,1 1,-1-1,1 1,0-1,-1 1,1-1,-1 0,1 1,-1-1,1 1,-1-1,0 0,1 0,-1 1,1-1,-1 0,0 0,1 0,-1 0,0 0,1 1,-1-1,1 0,-1-1,-1 1,-31 5,32-5,-350 2,172-5,-2194 3,2073-13,25 0,6-1,-16 0,101 17,-157-5,322 0,1-1,-1 0,-24-9,116 5,52 8,815 28,-505 5,100 10,367 11,130 30,-491-29,194-12,128 14,-272-13,-81 13,-445-48,22-2,165-4,-722-5,217-24,-5-1,-658-51,335 20,327 36,-1226-110,127 1,956 95,-1384-128,1491 128,-57-4,323 38,18 1,1 0,-1 0,0 0,0-1,0 0,1 0,-8-3,13 4,0 0,0 0,-1 0,1 0,0 0,0 0,0 0,0 0,0 0,-1 0,1 0,0 0,0 0,0 0,0 0,0 0,-1 0,1-1,0 1,0 0,0 0,0 0,0 0,0 0,0 0,0-1,-1 1,1 0,0 0,0 0,0 0,0 0,0-1,0 1,0 0,0 0,0 0,0 0,0 0,0-1,0 1,0 0,0 0,0 0,0 0,0-1,0 1,0 0,0 0,0 0,1 0,-1 0,0 0,0-1,0 1,13-5,16-1,21 1,256-29,-56 7,-174 20,-25 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2:53.9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30,'0'22,"-1"-13,1 0,0 0,1 1,0-1,3 13,-3-20,-1 1,1-1,1 0,-1 1,0-1,1 0,-1 0,1 0,-1 0,1 0,0 0,0 0,0 0,0-1,0 1,0-1,1 0,-1 1,0-1,1 0,-1 0,1-1,4 2,21 2,0-1,0-1,1-2,39-4,12 0,262 5,172-3,-327-10,101-3,-212 16,409-17,-213 2,-19 1,129 3,1 0,170-27,-382 29,68-6,-74 2,180 11,-152 3,1103-2,-1277 2,1 0,36 8,-36-5,1-1,27 1,652-3,-341-5,276 3,-608 2,-1 0,30 8,-27-5,46 3,70 5,-90-6,61 0,-35-6,129 18,-147-12,43 8,-73-8,59 2,11 2,-3 0,-67-9,56 11,-46-6,0-2,0-2,0-2,45-4,7 0,1198 3,-1120-14,-15 1,90 14,87-2,-190-12,60-1,2058 15,-2240-1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2:59.2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653 31,'-31'0,"-1"2,1 0,-43 10,31-5,0-3,0-1,-76-5,31 0,68 1,1-1,-39-10,7 2,90 12,60-3,-24-1,2126 2,-2030 14,-2-1,-83-13,7 0,143 16,38 11,-189-19,158-7,-4 0,-123 12,-64-6,60 1,-76-9,17 0,0 3,85 12,-74-6,1-2,-1-4,68-5,-8 0,-105 2,0-1,0 0,0-2,-1 0,25-10,6 0,146-41,-172 50,0 1,43-1,-39 3,46-8,-38 4,50-2,22-4,-41 3,0 4,128 6,-70 1,1066-2,-1167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3:00.6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0,'848'0,"-821"2,0 1,0 1,49 15,-49-12,-1-1,1 0,53 2,43-6,151-6,-203-9,-51 9,0 0,28-1,335 4,-184 2,-176-1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3:04.9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0,'18495'0'0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3:18.8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0,'20300'0'0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3:22.8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0,'2937'0'0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3:26.9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0,'15400'0'0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3:28.4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1426 109,'687'0,"-651"-1,56-11,15-1,22 0,29-2,-94 15,110-15,79-12,-150 17,200 8,-145 4,252-2,-471 3,-114 21,116-13,-1-3,-66 1,-81 6,102-4,-1-1,-133 7,-2386-19,2573 0,-54-10,-47-2,128 14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3:36.8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0,'16510'0'0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3:40.6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0,'3127'0'0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17:43:49.9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0,'14844'0'0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17:43:55.6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28,'788'0,"-627"-13,-12 0,871 11,-495 4,-491 0,57 10,-57-6,55 1,71 9,-57-4,78 12,-129-19,99 22,-35-4,-3 0,-74-14,-1-1,1-2,48 1,24-6,148-4,-187-10,-52 9,0 0,27-1,138 7,80-4,-180-19,-66 18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0:04:36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18091,'8971'0'0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0:04:39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0 169 9830,'56'-1'2949,"51"-8"-1638,-36-1-68,0 3 1,1 3-1,100 7 1,-35-1 663,-40-1-576,461-18 5761,-165-10-6996,353-9-96,-537 22 0,-1 0 0,-55 1 0,-102 7 0,52-1 0,-52 9 0,-33 0 0,0-1 0,1-1 0,-1-1 0,0-1 0,19-3 0,-20-1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0:04:40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2045 27 9830,'-4'-3'69,"1"1"0,-1-1 0,0 1 0,-1-1 0,1 1 0,0 0-1,-1 1 1,1-1 0,-1 1 0,1 0 0,-1 0 0,-7 0 0,-64-2 1341,54 3-1149,-1065 0 13480,477 1-10389,588 0-3352,0 0 0,1 1 0,-1 1 0,1 1 0,-1 1 0,-24 10 0,45-15 0,1 0 0,-1 0 0,1 0 0,-1 0 0,1 0 0,0 0 0,-1 0 0,1 1 0,-1-1 0,1 0 0,0 0 0,-1 0 0,1 1 0,-1-1 0,1 0 0,0 1 0,-1-1 0,1 0 0,0 1 0,0-1 0,-1 0 0,1 1 0,0-1 0,0 0 0,-1 1 0,1-1 0,0 1 0,0-1 0,0 1 0,0-1 0,0 0 0,0 1 0,0 0 0,14 6 0,24-1 0,-13-7 0,-1 0 0,0-1 0,35-8 0,-31 4 0,59-3 0,443 27 0,101 20 0,14 1 0,-30 1 0,-454-40 0,350 15 0,-204 17 0,-159-28 0,-27-2 0,-89 4 0,-28 0 0,-18 2 0,-23 2 0,0-2 0,-1-1 0,-66 3 0,-121-11 0,93-2 0,50 3 0,-482-15 0,108-13 0,77 17 0,334 12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0:04:47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23847,'5371'0'0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0:04:50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9830,'640'0'8793,"-475"14"-6470,-11-1-582,37 0 1103,9 1-368,121-1-853,62 0-1763,-280-13 140,431 15 0,-367-4 0,48 5 0,-164-10 0,71 0 0,-1957-8 0,1807 2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0:42:05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03:37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9830,'150'-2'2568,"163"5"1485,-193 9-2447,55 2 402,-135-13-1500,310 14 4308,-36-3-1263,7 2-3005,-66-2-548,-166-11 0,98 13 0,-74-4 0,208-7 0,-156-6 0,-113 3 0,-29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03:39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22464,'7277'0'0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03:40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9830,'43'3'1056,"-1"2"-1,0 1 0,73 21 1,-70-15-144,1-2-1,83 8 1,134 10 2515,-50-3-730,-97-14-1071,129 5 1400,694-18-1099,-938 3-1927,-1-1 0,0 0 0,0 0 0,0 0 0,0 0 0,0 0 0,0 0 0,0 0 0,1 0 0,-1 0 0,0 0 0,0 0 0,0 0 0,0 0 0,0 0 0,0 0 0,1 0 0,-1 0 0,0 0 0,0 0 0,0 0 0,0 0 0,0 0 0,1 0 0,-1 0 0,0 0 0,0 0 0,0 0 0,0 0 0,0 0 0,0-1 0,0 1 0,0 0 0,1 0 0,-1 0 0,0 0 0,0 0 0,0 0 0,0 0 0,0 0 0,0-1 0,0 1 0,0 0 0,0 0 0,0 0 0,0 0 0,0 0 0,0 0 0,0-1 0,0 1 0,0 0 0,0 0 0,0 0 0,0 0 0,0 0 0,0 0 0,0-1 0,0 1 0,0 0 0,0 0 0,0 0 0,0 0 0,0 0 0,0 0 0,0-1 0,0 1 0,0 0 0,-12-10 0,-19-7 0,-3 6 0,-1 1 0,0 1 0,0 2 0,-1 1 0,-57 0 0,87 5 0,-28-3 0,-66-17 0,70 13 0,-1 1 0,-51-4 0,-415 9 0,243 4 0,96-2 0,135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03:43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25125,'10821'0'0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18:54.4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0 106 0,'2858'-106'0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18:56.1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0,'4340'0'0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19:15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25435,'6773'0'0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19:19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691 1249 9830,'-36'1'819,"-1"-2"0,1-2 1,-51-9-1,-166-51 2921,245 61-3678,1 0 0,0 0 0,0-1 0,0 0 0,0-1 0,0 1 0,1-1 0,-1-1 0,1 1 0,0-1 0,0 0 0,1 0 0,0-1 0,0 0 0,0 1 0,0-2 0,1 1 0,0-1 0,-5-11 0,-3-11-347,1 0 0,1 0 0,-9-46 0,16 62 261,-22-119-841,-1-27-145,21 135 834,2 0-1,0-1 1,1 1 0,2-1-1,1 0 1,1 0 0,0 1-1,12-45 1,-9 51 36,-4 8 174,1 1-1,0 0 1,0-1-1,1 1 1,1 0-1,-1 1 0,1-1 1,1 1-1,0 0 1,0 0-1,0 0 1,1 0-1,0 1 1,1 0-1,8-7 1,7 0 404,2 0 0,0 1 0,0 2 0,1 0 0,35-8 0,-25 8 120,0 2 0,1 2 1,0 2-1,0 0 1,67 2-1,-82 3-163,-1-2 1,36-8-1,33-3 652,-71 12-860,14 1 402,-1-2 0,58-10 0,-43 4 175,1 3-1,1 2 0,91 6 1,-33-1 370,5-3-68,122 3-852,-189 4-214,63 17 0,6 1 0,0 0 0,-83-16 0,1-1 0,0-1 0,54 2 0,-81-8 0,8-1 0,0 2 0,0-1 0,0 2 0,14 2 0,-22-3 0,0 1 0,0-1 0,0 1 0,0 0 0,0 0 0,0 1 0,-1-1 0,1 1 0,-1-1 0,1 1 0,-1 0 0,0 1 0,-1-1 0,1 0 0,2 5 0,23 29 0,1-2 0,60 57 0,-59-62 0,4 12 0,-29-34 0,1 0 0,0-1 0,0 0 0,0 0 0,1 0 0,9 7 0,121 87 0,-130-95 0,0 1 0,-1 0 0,0 0 0,0 0 0,-1 1 0,0 0 0,0 0 0,-1 1 0,0-1 0,-1 1 0,1 0 0,-2 0 0,1 0 0,-1 0 0,1 13 0,1 17 0,-2 1 0,-4 54 0,0-34 0,3-30 0,0-17 0,-1 1 0,-1-1 0,0 1 0,-4 20 0,4-31 0,0 1 0,0-1 0,0 0 0,0 1 0,-1-1 0,0 0 0,0 0 0,0 0 0,0 0 0,0 0 0,0-1 0,-1 1 0,1-1 0,-1 1 0,0-1 0,0 0 0,0 0 0,0 0 0,0 0 0,0-1 0,0 1 0,-5 0 0,-149 42 0,56-18 0,-68 7 0,137-27 0,0-2 0,-40 1 0,34-4 0,-42 8 0,12 0 0,1-4 0,-124-6 0,67-2 0,76 3 0,1-1 0,-70-13 0,52 5 0,0 4 0,-131 6 0,72 1 0,-219-2 0,320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19:23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0 186 9830,'60'0'2783,"260"1"1556,-176 11-2362,78 2 856,317-14 3746,-191-1-5430,-298-1-1149,-1-3 0,66-15 0,-61 10 0,80-6 0,-65 10 0,69-15 0,-76 10 0,102-5 0,-139 14 0,1-1 0,-1-1 0,45-14 0,-44 11 0,0 1 0,0 0 0,37-1 0,-34 4 0,48-10 0,-26 4 0,-49 9 0,0 0 0,-1 0 0,1 0 0,0-1 0,0 1 0,0-1 0,0 1 0,0-1 0,0 0 0,-1 1 0,1-1 0,0 0 0,2-2 0,-5 2 0,1 1 0,0-1 0,-1 1 0,1-1 0,0 1 0,-1-1 0,1 1 0,-1-1 0,1 1 0,-1 0 0,1-1 0,-1 1 0,1 0 0,-1-1 0,1 1 0,-1 0 0,1-1 0,-1 1 0,1 0 0,-1 0 0,0 0 0,1 0 0,-1 0 0,0 0 0,0 0 0,-60-9 0,-383 8 0,205 2 0,204 1 0,-57 10 0,56-6 0,-55 1 0,-107 9 0,98-5 0,-183 34 0,100-13 0,160-29 0,-40 7 0,58-9 0,0 0 0,1 1 0,-1-1 0,1 1 0,0 0 0,-1 0 0,1 0 0,0 0 0,0 1 0,-4 3 0,8-5 0,-1-1 0,0 0 0,1 1 0,0-1 0,-1 1 0,1-1 0,-1 1 0,1-1 0,-1 1 0,1-1 0,0 1 0,0-1 0,-1 1 0,1 0 0,0-1 0,0 1 0,-1 0 0,1-1 0,0 1 0,0 0 0,0-1 0,0 1 0,0-1 0,0 1 0,0 0 0,0-1 0,1 1 0,-1 0 0,0-1 0,0 1 0,0 0 0,1-1 0,-1 1 0,0-1 0,1 2 0,24 11 0,33-3 0,329-9 0,-184-4 0,-183 3 0,5 1 0,1-1 0,-1-2 0,37-7 0,-39 4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19:24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3517 213 9830,'-663'0'8847,"644"2"-8496,0 0 0,1 1 0,-23 6-1,-10 2 541,85-13 392,60 3 0,-23 0-572,197 1 3025,242-4-2230,-117-26-1506,-232 17 0,92-3 0,114-13 0,1 0 0,-280 22 0,154-29 0,-155 18 0,155-8 0,-106 11 0,-92 6 0,57 0 0,-95 8 0,1-1 0,-1 0 0,0-1 0,1 1 0,-1-1 0,0 0 0,0-1 0,0 0 0,0 0 0,10-5 0,-16 7 0,-1-1 0,1 1 0,0-1 0,-1 1 0,1-1 0,-1 1 0,0-1 0,1 1 0,-1-1 0,1 1 0,-1 0 0,0-1 0,1 1 0,-1 0 0,1 0 0,-1-1 0,0 1 0,0 0 0,1 0 0,-1 0 0,0 0 0,1 0 0,-1 0 0,0 0 0,0 0 0,1 0 0,-2 0 0,-27-3 0,-513 2 0,260 2 0,215 3 0,-113 19 0,-42 4 0,136-20 0,1 4 0,-85 22 0,14-2 0,-215 20 0,82-11 0,31-3 0,77-13 0,-87 6 0,-10-3 0,2-1 0,33-13 0,-74 0 0,-1508-14 0,1811 1 0,-1-1 0,1-1 0,-20-5 0,11 2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20:59.9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0,'15933'0'0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22:10.5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0,'12859'0'0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22:15.5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0 181,'0'-1,"1"0,-1 0,1 0,0 0,-1-1,1 1,0 0,-1 0,1 0,0 0,0 0,0 1,0-1,0 0,0 0,0 1,0-1,0 0,0 1,0-1,1 1,-1-1,0 1,0 0,1 0,-1-1,2 1,41-5,-39 5,421-3,-219 5,2604-2,-2784-1,-1-2,30-6,-27 4,44-3,-51 6,0-1,-1-1,0-1,23-8,-23 6,-1 2,1 0,1 1,28-2,-21 6,0-2,57-11,123-41,-191 50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22:18.8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0,'8361'0'0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22:27.6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0,'12543'0'0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22:32.8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0 344 0,'6271'-344'0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22:35.0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0,'0'5,"0"6,0 5,0 5,0 3,5-3,5-4,2-5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22:38.6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0,'10723'0'0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22:46.2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0,'14633'0'0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31:08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20939,'9316'0'0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21:03.3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0,'13944'503'0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2:17.1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0 107,'41'1,"0"1,61 12,118 13,-108-17,198-8,-144-5,88 6,277-6,-369-10,59-1,234-18,-359 22,74-1,35-5,-31 6,-107 8,69-11,-29-4,214-4,710 21,-1008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2:18.6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0 213,'9'1,"-1"0,1 1,-1-1,16 6,24 5,227-7,-152-8,-106 2,0 0,0-2,18-4,38-6,86-14,-53 13,-69 8,58-2,-57 6,53-9,-54 5,60-2,772 9,-836-2,57-11,-56 6,53-2,-37 6,-1-3,1-2,76-21,-106 24,1 1,0 1,36 2,-42 1,-1-1,1 0,-1-1,1-1,-1 0,0-1,0 0,0-1,19-8,-23 7,-1 1,1 0,-1 0,1 1,0 1,12-2,-2 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2:19.9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0,'47'3,"0"2,75 17,8 2,6-2,-69-10,0-3,87 1,-30-12,199 4,-224 10,31 2,663-13,-384-3,-386 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2:21.7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29,'1549'0,"-1382"-13,-11 0,1057 11,-589 4,909-2,-1511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32:25.3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0,'8732'0'0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2:27.9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0 130,'2173'0,"-2126"-2,52-9,45-3,384 15,-505-2,0-2,40-9,-13 2,82-17,-79 15,27-1,-65 11,1 0,-1-1,1 0,22-9,-30 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32:30.4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0,'10583'0'0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32:34.0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0,'10480'0'0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32:37.0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0,'14790'0'0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2:41.3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0,'59'0,"0"3,63 10,-42-4,0-3,124-8,-64-1,2160 3,-2277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2:43.0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0 154,'138'-2,"150"5,-200 10,-56-7,59 3,951-9,-465-2,-394-12,-4 0,745 15,-884-3,67-12,-37 3,-51 7,0 0,0-1,20-9,-19 7,-1 0,30-5,160-38,-144 31,-47 15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2:44.1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0,'1'2,"-1"-1,0 0,1 0,0 0,-1 0,1 0,0 1,-1-1,1 0,0-1,0 1,0 0,0 0,0 0,0 0,0-1,0 1,0-1,0 1,0 0,1-1,-1 0,0 1,0-1,1 0,-1 0,2 1,41 4,-39-5,112 4,80 8,-57 7,205 0,-245-19,111 15,139 12,-220-16,200-9,-152-5,850 3,-1004-1,0-2,0-1,0 0,27-10,-27 6,1 2,0 1,44-4,-21 4,-31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2:46.8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88,'156'3,"166"-6,-216-9,71-3,1575 16,-1521 15,-97-4,-2-1,101 5,-185-17,7 0,0 2,92 14,-103-8,47 0,38 6,-60-5,-1-3,120-6,-64-2,-76 1,68-12,-42 3,58-14,-74 13,-37 7,0 1,38-2,-36 4,46-9,-45 6,45-3,-54 7,15 1,1-1,-1-2,34-8,0 2,-53 8,1 0,-1 0,1-1,-1-1,0 0,0 0,20-10,-17 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2:48.4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28,'169'-14,"-111"7,61 0,1099 8,-1193 1,0 0,33 8,-31-5,49 4,224-11,89 4,-282 11,-66-7,54 1,-50-4,49 8,-49-5,50 1,58-9,113 4,-180 11,-60-8,0-1,30 0,103-4,-137-1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32:50.6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0,'2090'264'0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2:52.3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0,'981'0,"-960"2,0 0,39 9,-3 1,-10-5,1 1,95 4,121-14,-242 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2:53.0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0 107,'1809'0,"-1571"14,-6-1,74 2,-154-3,186-11,-151-4,-137 3,-13-1,0 1,1 2,71 14,-65-9,-1-2,1-2,0-1,55-6,1 1,256 3,-457 1,-9 1,-179-21,193 10,-184 5,172 6,-121-12,-255-29,-129-17,475 41,-215 2,303 11,-60-9,6-1,344 16,106 8,-304-7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29:34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19057,'7170'0'0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29:43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24702,'7728'0'0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29:47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19805,'3070'0'0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29:49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26998,'3784'0'0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29:51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24865,'3865'0'0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29:56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28170,'5689'0'0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29:57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9830,'2'0'48,"63"0"1310,1 2 0,68 12 0,-74-6 44,84-1 0,39 5 845,-65-2 588,201-7 0,-153-6-695,572 3 591,-295 0-2785,-271-14 54,-4 0 0,390 15 0,-506-5 0,-30-2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30:00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9830,'40'0'1413,"25"-1"-91,0 3 0,84 13 0,-7 13 644,-100-21-1298,-1-2 1,1-2-1,0-2 1,52-5-1,5 1 577,378 3 4653,-457 2-5441,0 0 0,35 8 0,-34-6-304,1 0 0,24 1 0,59-5-153,-82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30:01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0 240 9830,'43'0'1028,"-1"-2"1,58-11-1,45-15 938,39 2 655,124-41 2080,-252 46-3882,-44 15-585,-1 1 0,1 1-1,0 0 1,20-3 0,42-6 870,-44 7-489,1 1 0,42-1 0,-34 4 272,52-9-1,-52 6-597,57-3-1,5 7-288,116 4 0,-163 5 0,0 1 0,70 24 0,-54-14 0,-1-9 0,-48-9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5:49.8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0 660,'3186'0,"-2529"-30,-305 8,528-33,-358 11,-319 23,197-5,-31 3,262-22,-160 20,-105 2,297-8,131 32,-592-17,-101 5,-14-1,-50 6,46-2,44-5,-83 6,49 0,-65 6,0-3,0 0,45-13,-47 9,1 2,1 1,50-3,399 9,-449-3,-1-1,1-2,-1-1,0-1,34-14,57-13,16 5,-2 4,-34 1,-74 16,1 2,47-6,-63 11,-1 1,1 0,0 1,0 0,-1 0,1 1,-1 0,1 0,-1 1,0 1,0-1,10 7,-1-1,-1-2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35:53.4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0,'16140'0'0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35:57.9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0,'11139'0'0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6:00.7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55,'11'0,"-1"-2,0 1,1-2,-1 1,0-1,0-1,15-7,-15 6,1 1,0 0,1 0,-1 1,23-3,312 4,-171 4,1105-2,-1001 14,-7-1,-169-12,424 13,220-1,-459-16,-118 5,185-4,-228-11,41-1,50 15,-196-1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6:01.8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0 287,'10'-6,"0"-1,0 1,1 0,-1 1,1 1,1 0,-1 0,0 1,1 0,12-1,-23 4,396-75,-238 42,78-20,-207 47,1-1,53-22,-8 2,-58 22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6:05.9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0 242,'56'-20,"154"-2,-132 8,1 3,108-2,-156 12,0-2,-1-1,51-14,-50 10,0 1,0 2,48-2,-47 5,58-10,-17 1,63-15,-99 17,1 2,70-5,-28 12,-46 2,0-3,1 0,-1-2,38-9,-38 6,0 2,0 1,1 2,42 3,-10-1,-48 1,1 0,35 8,-34-5,0-1,27 1,31-5,-44-1,0 2,0 1,57 11,-58-7,0-2,0-2,64-2,-45-1,-30 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6:07.3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0 260,'827'0,"-782"-2,-1-3,85-20,-34 5,63-8,58-21,-114 23,-82 21,12-3,-1 2,1 1,38-2,-48 6,0-2,27-6,-26 4,46-3,73-9,-73 7,-6-6,-45 12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36:09.0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0 185 0,'2593'-185'0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6:11.9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0 135,'36'0,"20"-1,-1 3,91 14,-83-8,1-2,0-4,72-5,-14 0,904 3,-731-15,-122 3,-19 4,353-11,184-8,206-24,-519 35,-231 5,192 9,-154 4,-87-3,113 3,-135 11,-56-8,1-1,27 1,216-6,-241 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6:13.8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0,'55'0,"0"2,74 12,-92-9,56 1,-64-5,0 0,-1 2,54 13,-19 0,0-3,119 10,133-14,-18-1,819 10,-714-21,1317 3,-1414-15,-142 3,106-13,127-3,-290 27,100 4,-184 0,0 2,0 0,22 9,-25-8,-1-1,0 0,1-1,35 3,369-7,-183-2,-208 4,55 10,-55-7,55 3,97-9,-161 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1:36:15.7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0,'13336'0'0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1:36:19.2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0 159,'662'0,"-624"-1,58-12,-56 7,53-2,-65 7,1-2,-1-1,0-1,0-1,-1-2,0-1,34-15,-46 18,1 1,0 1,0 0,32-2,16-4,4 3,-54 7,-1-1,0 0,22-5,-35 6,1 0,-1 0,1 0,-1 0,1 0,-1 0,0 0,1-1,-1 1,1 0,-1 0,1 0,-1 0,1-1,-1 1,0 0,1-1,-1 1,0 0,1 0,-1-1,0 1,1-1,-1 1,0 0,1-1,-1 1,0-1,0 1,1-1,-14-5,-26 0,-7 6,0 2,-65 11,13-1,66-7,-63 18,-15 2,-181 27,249-41,25-5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3:31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28058,'10664'0'0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3:38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0 235 9830,'742'0'9885,"-710"-1"-8941,58-11 0,-55 6-277,44-2 0,-49 5-97,0-1-1,0-1 1,36-11 0,50-9 878,-53 17-506,0-2 0,97-30 0,-123 30-942,0 1 0,68-6 0,-41 7 0,168-41 0,-209 44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3:39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0 265 9830,'20'0'548,"18"1"216,-1-2 0,1-1 0,52-11 0,89-15 1939,242-51 2674,-380 72-4469,48-2 1,10-1 550,-34 1-722,48-9 820,-85 13-1076,1 1 1,-1 2-1,32 0 0,-31 2-360,1-1-1,-1-1 0,28-7 0,-18 2-120,-1 3 0,1 1 0,0 2 0,50 4 0,80-2 0,-87-14 0,-55 7 0,49-2 0,-69 8 0,0 0 0,0 0 0,-1-1 0,1 0 0,0 0 0,-1 0 0,1-1 0,-1 0 0,13-6 0,-23 6 0,0 1 0,0-1 0,0 1 0,0 0 0,0 0 0,0 0 0,0 0 0,-1 1 0,-5 0 0,-361-1 0,175 2 0,166-1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3:43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18304,'5397'0'0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3:47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25336,'6595'0'0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4:02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26109,'3387'-80'0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4:05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2547 128 9830,'44'-2'1374,"66"-12"0,-25 2-359,-52 7-202,51-15 0,-59 13-290,1 0 0,0 2 0,44-3-1,-62 8-403,-4 0-57,-1 1-1,0-1 1,1 0 0,-1-1 0,0 1-1,1 0 1,-1-1 0,0 0 0,1 0-1,-1 0 1,0 0 0,0-1 0,4-1-1,-7 2-47,0 1 0,0 0-1,0 0 1,0-1 0,0 1-1,1 0 1,-1-1 0,-1 1-1,1 0 1,0-1 0,0 1-1,0 0 1,0-1 0,0 1-1,0 0 1,0 0 0,0-1 0,0 1-1,-1 0 1,1-1 0,0 1-1,0 0 1,0 0 0,0 0-1,-1-1 1,1 1 0,0 0-1,0 0 1,-1 0 0,1-1-1,0 1 1,0 0 0,-1 0-1,1 0 1,0 0 0,-1 0-1,1-1 1,0 1 0,0 0-1,-1 0 1,1 0 0,0 0 0,-1 0-1,1 0 1,0 0 0,-1 0-1,1 0 1,-1 1 0,-17-5 298,-72-2 1590,-127 6 0,76 3-81,-94-5 1472,-258 5-1997,318 10-1296,-68 1 0,-581 33 0,464-14 0,299-27 0,0 2 0,-91 25 0,151-33 0,-1 1 0,0-1 0,0 0 0,0 1 0,1-1 0,-1 1 0,0-1 0,1 1 0,-1 0 0,0 0 0,1 0 0,-1 0 0,1 0 0,-1 0 0,1 0 0,-2 2 0,4-2 0,-1-1 0,1 1 0,-1 0 0,0-1 0,1 1 0,-1-1 0,1 1 0,0-1 0,-1 1 0,1-1 0,-1 1 0,1-1 0,0 1 0,-1-1 0,1 0 0,0 1 0,-1-1 0,1 0 0,0 0 0,-1 0 0,1 1 0,0-1 0,0 0 0,1 0 0,64 8 0,504-10 0,-520 0 0,-1-4 0,84-18 0,-36 4 0,93-8 0,-156 22 0,58-15 0,21-5 0,-61 16 0,0-2 0,71-27 0,-103 32 0,-2 2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4:06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758 374 9830,'0'-1'27,"-1"0"-1,1 0 1,-1 0-1,0-1 1,1 1-1,-1 0 1,0 0-1,0 0 1,0 0-1,0 0 1,0 0-1,0 0 1,0 1 0,0-1-1,0 0 1,0 0-1,0 1 1,0-1-1,-1 1 1,-1-1-1,-32-13 869,25 11-709,-10-5 140,-5-1 494,-44-23 0,52 24-495,0 1-1,-1 1 0,0 1 0,0 0 1,0 2-1,0 0 0,-20-1 0,-41-8 608,16 3 92,0 2 0,-1 2 0,-69 5 0,120 0-838,91 1 1640,-21 1-917,0-3 0,-1-2 0,0-2 0,59-14 1,-55 6-276,0 3 1,65-2 0,83-15-663,-150 14 28,103-19 0,38 4 0,-191 27 0,0 0 0,0 0 0,0 0 0,0-1 0,-1-1 0,1 1 0,-1-1 0,1 0 0,-1-1 0,9-5 0,-16 9 0,0 0 0,1 0 0,-1-1 0,0 1 0,0 0 0,1 0 0,-1 0 0,0 0 0,0-1 0,1 1 0,-1 0 0,0 0 0,0-1 0,0 1 0,0 0 0,1 0 0,-1-1 0,0 1 0,0 0 0,0 0 0,0-1 0,0 1 0,0 0 0,0-1 0,0 1 0,0 0 0,0-1 0,0 1 0,0 0 0,0 0 0,0-1 0,0 1 0,0 0 0,0-1 0,0 1 0,0 0 0,0 0 0,0-1 0,0 1 0,-1 0 0,1-1 0,0 1 0,0 0 0,0 0 0,-1 0 0,1-1 0,0 1 0,-20-7 0,-23 3 0,-17 2 0,0 3 0,1 2 0,-64 13 0,95-11 0,-49 1 0,55-5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7:09.3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0,'18932'0'0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07:12.9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262 1,'452'0,"-432"2,0 0,35 8,-34-6,1 0,24 1,102-5,-616-1,437 0,-57-11,56 6,-55-2,-229 9,293-1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7:18.0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0,'11311'0'0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07:43.9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0 408,'56'-21,"11"-1,-41 12,0 2,46-9,196-12,-43 2,-24 2,-130 18,259-13,44-10,-278 18,229 2,-3 0,-6-15,-150 13,41 3,30-4,407 1,-393 14,-58-18,-107 5,175-35,-185 30,-72 15,0 1,0 0,-1 0,1 0,0 0,0 0,0 1,-1 0,1 0,0 0,-1 0,1 0,0 1,-1-1,0 1,1 0,2 3,6 4,0 1,-1 1,10 11,6 6,32 31,-33-32,0 0,2-2,1-2,56 37,-34-23,-44-31,1 0,-1 0,1-1,0 1,0-2,1 1,14 4,-4-4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07:45.3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74,'26'2,"0"2,-1 0,1 1,-1 2,29 11,57 13,-8-8,-56-11,0-2,1-2,71 3,629-13,-726 1,-1-2,0-1,0-1,0 0,-1-2,0 0,32-17,49-16,-70 34,0 1,1 2,-1 1,1 2,-1 0,36 7,-53-5,0 1,0 0,-1 1,23 10,-24-8,1-1,1-1,-1 0,1-1,15 2,181 22,-143-15,-47-7,1-1,30 1,-44-4,-1-1,1 0,0-1,-1 1,1-1,-1 0,1-1,-1 0,0 0,0 0,0-1,10-5,-12 5,-1 0,0-1,1 1,-1-1,-1 1,1-1,0 0,-1 0,0 0,0 0,0-1,-1 1,1 0,-1-1,0 1,0-1,-1 0,1-8,0-65,-2 54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7:53.8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0,'12700'0'0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08:35.0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0 138,'47'0,"0"-2,71-12,-57 6,0 2,104 5,-98 2,129-13,-138 5,91 2,-96 5,0-2,66-11,48-14,-134 21,55-3,18-2,-59 4,-1 2,1 2,0 2,57 7,-70-1,55 16,-60-13,0-2,55 7,1-10,94-7,-46-21,-112 24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8:36.4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0,'15558'0'0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08:43.5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0,'11750'0'0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3:27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27345,'4686'0'0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3:29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9830,'10'9'330,"0"0"1,1-2-1,0 1 0,0-1 0,1-1 1,0 0-1,17 6 0,92 22 1406,-55-17-737,-18-8-129,1-2-1,1-2 1,-1-2 0,95-7 0,-29 1 897,504 3 5550,309 0-6466,-150 0-852,-420-13 1,-28-1 0,108 15 0,184-2 0,-355-12 0,121-1 0,441 15 0,-661 13 0,-2-1 0,-13-13 0,-261 1 0,-152-18 0,187 9 0,-99 4 0,-47-5 0,3-6 0,-220 12 0,209 5 0,-1151-2 0,904 30 0,222-8 0,58-10 0,-310 25 0,295-14 0,-171 13 0,176-11 0,136-13 0,0-4 0,-83-1 0,521-8 0,-335-4 0,1-1 0,48-15 0,-7 2 0,-54 12 0,-6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3:34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26919,'10371'0'0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3:38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374 187 9830,'-373'0'6554,"441"1"-5615,6 0 340,-1-3 1,89-13-1,-113 9-364,0 2 0,67 4 1,-68 1 33,0-2 0,74-10 0,37-9 1104,-47 7-1370,183-13-683,-174 15 0,202 9 0,-153 4 0,-112-2 0,-53 0 0,-19 0 0,-3 0 0,-337 0 0,1102 0 0,-594-13 0,-10 0 0,546 13 0,-640-2 0,56-10 0,45-2 0,-147 14 0,2 1 0,0-1 0,1-1 0,-1 1 0,0-1 0,1 0 0,-1 0 0,0-1 0,8-3 0,-14 5 0,0 0 0,0 0 0,1 0 0,-1 0 0,0 0 0,0 0 0,0 0 0,0 0 0,0 0 0,1 0 0,-1 0 0,0 0 0,0 0 0,0 0 0,0 0 0,0 0 0,0 0 0,1 0 0,-1 0 0,0-1 0,0 1 0,0 0 0,0 0 0,0 0 0,0 0 0,0 0 0,0 0 0,0-1 0,1 1 0,-1 0 0,0 0 0,0 0 0,0 0 0,0 0 0,0-1 0,0 1 0,0 0 0,0 0 0,0 0 0,0 0 0,0 0 0,0-1 0,0 1 0,0 0 0,0 0 0,-1 0 0,1 0 0,0 0 0,0-1 0,0 1 0,0 0 0,0 0 0,0 0 0,0 0 0,0 0 0,-12-5 0,-16 1 0,-342 1 0,190 5 0,129 1 0,-52 8 0,-51 2 0,-135 3 0,93-2 0,10-1 0,89-6 0,-108-6 0,-19 1 0,99 11 0,-43 2 0,-245-17 0,390 2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6:38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25052,'10743'0'0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6:45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0 136 9830,'0'1'45,"1"0"0,-1 0-1,0 0 1,1 0 0,-1 0 0,1 0 0,-1 0-1,1 0 1,0 0 0,-1-1 0,1 1-1,0 0 1,0 0 0,-1-1 0,1 1-1,0-1 1,0 1 0,0 0 0,0-1 0,0 0-1,0 1 1,0-1 0,0 1 0,0-1-1,1 0 1,34 9 441,-20-5-115,14 4 280,0-2 0,0 0 0,59 1 1,98-9 1671,-67-1-807,471 3 5747,-541-2-6277,56-10-1,46-2 880,185-15-1765,-112 4-104,-135 14 4,26-2 0,-80 10 0,42-8 0,-44 5 0,55-2 0,-34 10 0,-40 0 0,0-1 0,0 0 0,0-2 0,0 0 0,0 0 0,0-1 0,25-8 0,-34 4 0,-18 1 0,-16 1 0,-413 1 0,227 5 0,143-1 0,-431-18 0,-130 4 0,388 15 0,-279-2 0,523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6:48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23043,'14261'0'0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33:48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9830,'56'21'1638,"0"-7"-775,-35-9-386,0 0 0,38 4 0,-23-6 278,0 3-1,44 11 1,-46-8-128,1-2 0,51 4 0,-1-9 404,-37-2-237,-1 2 0,50 9 0,16 0 611,-81-9-781,0 1 0,38 8-1,-1 3 756,1-3-1,102 4 1,145-16-462,-129-2-1076,1152 3 159,-885-29 0,-162 5 0,-145 14 0,249-7 0,-64-2 0,-227 11 0,63-7 0,-52 5 0,208 8 0,-151 4 0,-126-2 0,-31 0 0,-49 0 0,-17 0 0,0 2 0,-75 13 0,82-9 0,-51 2 0,-36 4 0,26 4 0,-1-4 0,-144-3 0,199-7 0,-70 12 0,42-3 0,-1-1 0,22-2 0,-69 1 0,61-9 0,-111 15 0,46 2 0,-244 3 0,346-19 0,0 2 0,-28 5 0,3 0 0,22-4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13:59.6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0,'19553'0'0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14:05.4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0,'5108'0'0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14:13.8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0,'17203'0'0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14:17.2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27,'143'2,"155"-4,-194-11,-58 7,51-2,992 9,-1058 1,57 10,-54-7,43 3,-27-8,-37-2,1 2,0 0,0 1,0 0,0 1,0 0,-1 1,1 1,14 5,-14-2,0-2,1 0,-1 0,1-1,0-1,1-1,16 1,-176-5,119 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14:43.0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 0,'15716'-80'0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14:48.4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0,'15822'0'0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14:53.8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0,'2434'185'0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14:56.8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0,'14687'0'0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7:10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20767,'13337'0'0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7:23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2672 557 9830,'-1405'0'19333,"1499"2"-18993,108-4-353,-165-3 13,62-16 0,-68 12 0,0 3 0,1 0 0,41-1 0,-17 6 0,17 1 0,94-13 0,-111 7 0,112 4 0,13-1 0,-43-23 0,-90 25 0,-42 1 0,-32 0 0,-959 1 0,519-2 0,291 15 0,6 1 0,148-15 0,0 1 0,0 1 0,0 2 0,-32 8 0,121-6 0,104-4 0,188-5 0,-68-24 0,-86 2 0,40-2 0,43 1 0,56-1 0,-301 25 0,62-10 0,24-2 0,-989 17 0,457-5 0,133 16 0,5 1 0,13-18 0,-194 5 0,290 11 0,-63 1 0,23-16 0,525 4 0,383-4 0,-259-26 0,-99 4 0,537-44 0,-705 52 0,359-23 0,41-3 0,-121 18 0,168-19 0,-568 33 0,90-13 0,200-6 0,-328 30 0,1-2 0,0-1 0,-1-1 0,1-1 0,-1-2 0,0-1 0,28-11 0,-56 18 0,0 0 0,0 0 0,1 0 0,-1 0 0,0 0 0,0 0 0,0 0 0,0 0 0,0 0 0,0 0 0,0 0 0,1 0 0,-1 0 0,0 0 0,0 0 0,0 0 0,0 0 0,0 0 0,0 0 0,0 0 0,0 0 0,0-1 0,1 1 0,-1 0 0,0 0 0,0 0 0,0 0 0,0 0 0,0 0 0,0 0 0,0 0 0,0 0 0,0-1 0,0 1 0,0 0 0,0 0 0,0 0 0,0 0 0,0 0 0,0 0 0,0 0 0,0-1 0,0 1 0,0 0 0,0 0 0,0 0 0,0 0 0,0 0 0,0 0 0,0 0 0,0-1 0,0 1 0,0 0 0,0 0 0,0 0 0,0 0 0,0 0 0,0 0 0,-1 0 0,1 0 0,0 0 0,0 0 0,0-1 0,0 1 0,0 0 0,0 0 0,0 0 0,-13-3 0,-17 0 0,-695 3 0,332 1 0,-133 40 0,39-2 0,279-36 0,-72-1 0,-286 40 0,345-12 0,-246 0 0,115-3 0,18-1 0,103-9 0,144-8 0,36 1 0,29-4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7:25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9830,'532'0'7209,"-501"2"-6394,57 10 1,-56-7-89,54 3 0,116 5 2262,15 0-545,461-13 1694,339-1-4682,-671 1 883,-326 2-339,-1 0 0,37 8 0,-35-5 0,0-1 0,27 1 0,634-3 0,-332-5 0,-297 3 0,-31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7:35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21297,'8097'0'0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7:48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25240,'15611'0'0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7:53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25681,'15082'0'0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8:59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3403 847 9830,'0'-19'0,"-1"-19"0,2 1 0,2-1 0,10-53 0,14-94 0,-19 141 0,-6 31 0,0 0 0,1 0 0,1 0 0,9-23 0,9-17 0,-2 0 0,15-64 0,-32 108 0,-2 5 51,-1 0-1,2 0 1,-1 1 0,0-1-1,1 0 1,0 1-1,-1-1 1,1 1 0,1 0-1,-1 0 1,0 0-1,1 0 1,0 0 0,-1 0-1,1 0 1,0 1 0,1 0-1,-1-1 1,0 1-1,1 1 1,-1-1 0,1 0-1,-1 1 1,1 0-1,0-1 1,0 1 0,-1 1-1,1-1 1,0 1-1,0-1 1,0 1 0,0 0-1,0 1 1,0-1 0,0 1-1,-1-1 1,1 1-1,0 0 1,0 1 0,-1-1-1,1 1 1,-1-1-1,1 1 1,-1 0 0,1 0-1,-1 1 1,4 3 0,2 2 202,1 1 1,-1 0-1,0 1 1,11 16-1,17 19 604,61 70 1550,-97-114-2367,1 0 0,-1 0 0,0 0 1,0 0-1,0 0 0,0 1 0,0-1 1,0 1-1,0-1 0,0 0 0,-1 1 0,1-1 1,0 1-1,-1 0 0,1-1 0,-1 1 1,0-1-1,0 1 0,1 0 0,-1-1 1,0 1-1,0 0 0,-1-1 0,1 1 1,0 0-1,0-1 0,-1 3 0,-1-2 29,0 1-1,0-1 0,0 0 0,0 1 1,0-1-1,0 0 0,-1 0 1,1 0-1,-1-1 0,1 1 0,-1 0 1,0-1-1,-4 2 0,-8 3 237,0-1-1,-1-1 0,0 0 1,-27 2-1,-61-5 996,74-2-772,1 1 0,0 2 0,-44 7 0,9 1 666,-1-3 0,0-3-1,-107-6 1,48-1-286,44 5-908,-90-4 0,158 0 0,0-1 0,1 0 0,-1-1 0,1 0 0,0 0 0,0-1 0,-13-8 0,-22-10 0,45 23 0,1-1 0,-1 1 0,0-1 0,0 1 0,0 0 0,0 0 0,0 0 0,1-1 0,-1 1 0,0 0 0,0 0 0,0 0 0,0 0 0,0 0 0,0 1 0,0-1 0,0 0 0,1 0 0,-1 1 0,0-1 0,0 0 0,0 1 0,1-1 0,-1 1 0,0-1 0,0 1 0,0 0 0,-1 1 0,1 0 0,0 0 0,-1 0 0,1 0 0,0 0 0,1 0 0,-1 0 0,0 0 0,0 0 0,1 0 0,-1 3 0,-1 65 0,2-60 0,1 18 0,0-2 0,-4 45 0,2-63 0,0 1 0,-1-1 0,0 0 0,-1 0 0,0-1 0,0 1 0,0-1 0,-1 1 0,-8 11 0,-36 51 0,32-44 0,-2-1 0,-1 0 0,-37 37 0,33-43 0,-1-2 0,-1-1 0,0-1 0,-45 20 0,-8 5 0,61-31 0,0-2 0,0 0 0,0-1 0,-1-1 0,0-1 0,0 0 0,-30 2 0,-135-5 0,102-3 0,-16 4 0,-94-4 0,175-2-49,1 0 0,-1-1 0,1-1 0,0 0 0,0-1 0,0-1 0,1 0-1,1-1 1,-20-15 0,24 17 108,-10-6-112,0-1 1,1-1-1,1-1 0,-23-28 1,14 14-431,2-2 0,-30-50 0,49 74 337,1 0 0,0-1 0,0 1 0,0-1 0,1 0 0,0 0 0,1-1 0,0 1 0,1 0 0,0-1 1,0 1-1,1-1 0,0 1 0,0-1 0,1 1 0,3-13 0,-1 17 144,-1 1 0,1-1 0,0 1 0,0 0 0,0 0 1,1 0-1,-1 0 0,1 1 0,0-1 0,0 1 0,0 0 0,1 0 1,-1 1-1,1-1 0,-1 1 0,1 0 0,0 0 0,0 1 0,0-1 1,8 0-1,10-3 114,0 1 1,0 1-1,27 0 0,-31 2-30,0 1-1,-1 0 1,1 2-1,28 6 0,-42-7-59,0 0 0,0 1-1,0 0 1,0 0-1,0 0 1,0 1 0,-1-1-1,1 1 1,-1 0-1,0 1 1,0-1 0,0 1-1,0 0 1,-1 0-1,1 0 1,-1 0 0,0 0-1,-1 1 1,1-1-1,3 9 1,2 8 75,1-1 1,-1 0-1,-1 1 0,-1 0 0,-1 1 1,0-1-1,2 42 0,-6-21 28,0 5 150,-7 77 1,5-111-223,-2 1 0,0-1 0,0 0 0,-1 0 0,-1 0 0,0 0 0,0-1 1,-2 0-1,1 0 0,-11 14 0,-104 121 682,63-76-398,42-50-296,0-1 0,-1-1-1,-1 0 1,-1-1 0,-30 22-1,24-21-40,1 1 0,1 2 0,-34 39 0,32-32 0,-51 43 0,56-55 0,0-1 0,-2 0 0,0-2 0,0-1 0,-1 0 0,-1-2 0,0 0 0,-1-2 0,-44 11 0,6-9 0,0-4 0,-100 1 0,133-8 0,-12 0 0,-52-7 0,81 5 0,0 0 0,1-1 0,-1-1 0,0 0 0,1 0 0,0-2 0,0 1 0,-14-10 0,13 5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8:59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519 0 9830,'0'34'747,"1"8"352,-7 58 0,3-86-860,1 1 0,-2 0 0,0-1 1,-1 0-1,0 0 0,-1 0 1,-12 20-1,-29 53 1237,33-57-740,-2 0 0,-29 40 0,-42 58 1677,62-88-1488,-1 0 0,-2-3 0,-37 40 0,29-38 262,-30 44 1,55-68-1133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8:59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163 172 9830,'1'-1'41,"0"-1"0,-1 0 0,1 1 0,0-1 0,0 0 0,0 1 0,0-1 0,1 1 0,-1 0 0,0-1 0,1 1 0,-1 0 0,1 0 0,-1 0-1,1 0 1,-1 0 0,4-1 0,31-15 860,32-9 248,-41 15-345,55-15 1,-42 16-159,-9 2 94,47-5 0,-69 12-592,0 0 0,0 1 0,0 0-1,0 1 1,0 0 0,0 0 0,0 1-1,-1 0 1,18 7 0,-22-6-57,0-1 1,0 1-1,0 0 1,0 0-1,-1 0 1,1 0-1,-1 1 0,0 0 1,0-1-1,0 1 1,-1 0-1,1 1 1,-1-1-1,0 0 0,3 9 1,2 8 347,-1 0 0,3 27 0,-3-18 58,-2-12-163,-1 1 1,-1-1-1,0 1 1,-2 32 0,-1-43-197,0 0 0,0 0 0,-1-1 0,1 1-1,-2-1 1,1 1 0,-1-1 0,0 0 0,-1 0 0,0 0 0,0 0 0,0-1 0,-10 12 0,-18 20 720,26-29-619,-1 0 1,-1-1-1,1 0 0,-1 0 0,-12 9 1,18-16-207,-16 13 239,-1-1 1,-1 0-1,0-1 1,0-2-1,-1 0 1,0-1-1,-1-1 1,-29 7-1,13-7-272,9-1 0,0-2 0,-58 3 0,79-8-41,0 1-1,1-2 1,-1 1-1,0-1 0,0 0 1,0 0-1,1-1 1,-1 0-1,1-1 1,-1 1-1,1-2 0,0 1 1,0-1-1,0 0 1,1 0-1,-1-1 0,1 1 1,0-2-1,0 1 1,1-1-1,-1 1 1,1-1-1,1-1 0,-5-7 1,3 4-131,0-1-1,1 0 1,0 0 0,1 0-1,0 0 1,1-1 0,0 0-1,-2-23 1,4 4-363,0 1-1,6-43 1,-3 63 368,1-1 1,0 1-1,0 0 0,1 0 0,0 0 1,1 1-1,0-1 0,1 1 0,0 0 1,0 1-1,1 0 0,9-10 0,14-13-826,54-41-1,-56 52 1164,47-27 1,-6 6 16,-51 28-165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0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9830,'558'0'7537,"-539"-1"-7038,0-1 0,34-8 0,10-1 243,-39 9-688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1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1451 0 9830,'1'3'95,"0"-1"-1,1 0 0,-1 0 1,1 0-1,-1 0 1,1 0-1,0 0 1,-1-1-1,1 1 0,0 0 1,0-1-1,0 1 1,3 1-1,11 9 336,75 106 1694,-77-99-1591,0 1 0,-2 0 0,19 41-1,4 7 557,-22-46-658,-2 2-1,0-1 0,-1 1 0,-2 1 1,0 0-1,-2 0 0,0 1 0,-2-1 0,-1 1 1,-1 0-1,-1 0 0,-5 47 0,4-69-352,-1 1 0,0-1 0,0 0 0,-1 1 0,1-1 0,-1 0 0,0 0-1,0 0 1,0 0 0,0 0 0,-1 0 0,0 0 0,1-1 0,-7 7 0,2-5 76,0 0 0,0 1 0,0-2 0,-1 1 0,1-1 0,-1-1 0,-11 5 0,-3-2 230,0 0-1,-1-1 0,1-2 0,-1 0 1,-27 0-1,-591-5 1887,609 1-2270,0-3 0,0 0 0,1-2 0,0-2 0,0 0 0,-37-17 0,64 23-43,0 0 0,1 0 0,-1 0 0,1-1 0,-1 1 0,1-1 0,0 0-1,0 0 1,0 0 0,1 0 0,-1-1 0,1 1 0,-1-1 0,1 1 0,0-1 0,1 0 0,-1 0-1,1 0 1,-1 0 0,1 0 0,0 0 0,0-6 0,-1-10-321,1 0 1,0 0-1,5-32 0,-2 8-139,-2 38 443,1 1 0,-1-1 0,1 0-1,0 1 1,0-1 0,1 0 0,0 1 0,0-1-1,0 1 1,0 0 0,1 0 0,0 0-1,4-5 1,2 0 93,0 0 0,1 1-1,0 0 1,13-8 0,12-11-186,-18 14 236,1 0 1,1 1-1,0 1 0,1 0 1,23-9-1,-36 18-58,1 0 0,0 0 0,0 1 0,1 0 0,-1 0 0,0 1 0,1 0 0,-1 0-1,1 1 1,-1 0 0,0 0 0,1 1 0,-1 0 0,1 1 0,-1 0 0,15 6 0,-19-6-6,0 0-1,0 1 1,-1 0 0,1 0 0,-1 0-1,1 0 1,-1 1 0,0-1 0,0 1-1,0 0 1,3 6 0,24 54 166,-15-29-93,0-1 120,20 63 0,-26-67-124,21 49 182,-18-51-148,-2 0-1,12 53 1,-11-23 99,-3 1 0,0 90 0,-8-140-204,0 14 63,-1 0-1,-1 1 1,-4 23-1,4-40-64,0 0 0,0 0 0,-1 0 0,0 0 0,0-1 0,-1 1 0,1-1 0,-1 0 0,-1 0 0,1 0 0,-1 0 0,0-1 0,-10 9 0,-33 31-15,-10 10 0,-24 7 0,47-33 0,-2-2 0,-1-1 0,-2-1 0,-46 20 0,35-22 0,29-12 0,0-1 0,-1-1 0,-30 7 0,15-7 0,0-1 0,-1-3 0,-56 2 0,70-7 0,0 0 0,0 3 0,-44 8 0,39-6 0,1-1 0,-1-2 0,-43-2 0,62 0 0,-12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2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1347 928 9830,'1'-42'0,"1"-1"0,11-56 0,-1-7 0,-11 82 0,1 0 0,1 0 0,1 0 0,1 0 0,12-33 0,-10 37 0,-2 0 0,0-1 0,-1 0 0,2-40 0,3-18 0,-3 23 146,-5 38 15,1 1 0,1 0 0,0 0 0,11-31 0,-13 44-135,1 0 1,0 0-1,0 0 0,0 0 1,1 1-1,-1-1 1,1 1-1,0 0 1,0-1-1,0 1 0,1 1 1,-1-1-1,0 0 1,1 1-1,0 0 1,0 0-1,0 0 0,-1 0 1,2 1-1,-1-1 1,0 1-1,0 0 1,0 0-1,7 0 1,-3 0 114,1 1 0,0 1 0,-1-1 0,1 1 0,0 1 0,-1-1 0,1 1 0,-1 1 0,0 0 0,0 0 0,0 1 0,0-1 0,0 2 0,-1-1 0,0 1 0,0 0 0,0 1 0,0 0 0,-1 0 0,0 0 0,0 1 0,-1-1 0,0 1 0,0 1 0,-1-1 0,1 1 0,-2 0 0,1 0 0,-1 0 0,0 0 0,2 13 0,2 6 322,-3-15-243,-1 1 1,0 0-1,-1 0 0,0 0 1,0 15-1,-2-25-172,-1 0 0,1-1 0,0 1 0,-1 0 0,0 0 0,1-1 0,-1 1 0,0 0-1,0-1 1,0 1 0,-1-1 0,1 0 0,-1 1 0,1-1 0,-1 0 0,0 0 0,0 0 0,0 0 0,0 0 0,0 0-1,0-1 1,-1 1 0,1 0 0,0-1 0,-1 0 0,0 0 0,1 0 0,-1 0 0,-4 1 0,-104 21 1528,75-18-768,0 3 1,-61 20-1,76-21-297,0-1 1,-42 6 0,-27 7 776,-24 8 144,77-20-555,-51 17 0,62-16-839,-1-2 0,0-1 0,1-1 0,-1-2 0,-1 0-1,1-2 1,-49-6 0,73 6-57,1 0 1,0 0-1,-1-1 0,1 1 0,-1-1 0,1 0 0,0 0 0,0 0 1,-1 0-1,1 0 0,0 0 0,0 0 0,0-1 0,0 1 0,0-1 0,1 1 1,-1-1-1,0 0 0,1 0 0,-1 0 0,1 0 0,0 0 0,-1 0 1,1 0-1,0 0 0,0 0 0,-1-4 0,0-5-147,1 0 0,0 0-1,0 0 1,1 0 0,1-13 0,0 17 78,0 0 0,-1 0 1,0 0-1,0-1 0,-1 1 1,0 0-1,0 0 0,0 0 1,-1 0-1,0 0 0,-4-7 1,4 17 101,0-1 1,0 0-1,0 1 1,0-1-1,0 1 1,1 0 0,-1 0-1,1 0 1,0-1-1,-1 1 1,1 4-1,-7 17 52,-2 0-1,0 0 1,-1-1 0,-1 0-1,-1-1 1,-1 0-1,-24 27 1,4-3 65,32-40-115,-1-1-1,-1 0 0,1 1 1,-1-1-1,0 0 1,0-1-1,0 1 0,-1-1 1,0 0-1,0 0 1,0 0-1,0-1 0,0 1 1,-1-1-1,1-1 0,-9 4 1,5-4 3,-50 14 151,-1-3 0,0-2 0,-118 4 0,126-15-90,29 0-73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3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0 423 9830,'2'-4'47,"0"0"-1,0 0 1,1 0-1,0 0 1,-1 0-1,1 1 1,0-1-1,1 1 1,-1 0-1,6-5 1,-3 3 22,16-12 334,0 0 0,1 2 0,0 0 0,30-12 0,-9 4 293,143-62 2286,-152 70-2419,131-41 1643,-64 24-637,-52 14-617,1 2 0,1 2 0,58-7 0,-107 21-907,0-1-1,-1 1 1,1 0-1,0-1 1,-1 1-1,1 1 0,0-1 1,0 0-1,-1 1 1,1-1-1,0 1 1,-1 0-1,1 0 1,-1 0-1,1 0 1,-1 0-1,1 1 1,-1-1-1,0 1 1,0 0-1,0-1 1,0 1-1,0 0 1,0 0-1,2 3 1,-1 1 51,-1 0 1,0 0 0,0 0 0,0 0 0,-1 0-1,0 1 1,0-1 0,0 0 0,-1 1-1,0 6 1,1 15 281,-1 0-1,-2 0 0,0 0 1,-2 0-1,-1 0 1,-1-1-1,-18 49 0,-35 66-377,-76 165 0,76-160 0,31-71 0,-68 242 0,91-291 0,0 0 0,2 1 0,2 0 0,0-1 0,2 1 0,0 0 0,8 32 0,-5-41 0,2 1 0,1-1 0,0 0 0,1-1 0,1 0 0,1 0 0,0-1 0,2 0 0,0-1 0,0-1 0,2 1 0,0-2 0,0 0 0,1-1 0,1 0 0,0-1 0,23 12 0,-20-16 0,0-1 0,1-1 0,-1 0 0,1-2 0,0 0 0,26 1 0,125-3 0,-98-4 0,-26-1 0,1-3 0,-1-2 0,64-19 0,217-52 0,-312 72-160,1 0-1,-1-1 1,-1-1-1,1-1 1,-1 0-1,-1 0 1,0-2-1,-1 0 1,0 0-1,0-1 1,15-22-1,-16 15 109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3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9830,'5'0'328,"5"0"-1,6 0 1,5 0 0,3 0-1,2 0 1,1 0 0,1 0-1,-1 0 1,1 0 0,-1 0-1,-5 0-327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4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0 371 9830,'24'-2'556,"0"-2"-1,0 0 1,0-2-1,-1-1 1,42-18 0,238-77 3862,-152 56-2050,58-14 778,29 14 266,-175 28-2553,-46 12-507,2 1 1,-1 0-1,0 2 1,33-3 0,-34 5-229,0-1 1,27-7-1,12-2-137,-35 9 13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5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9830,'2'8'231,"1"-1"1,-1 0-1,2 0 0,-1-1 0,0 1 1,1 0-1,8 8 0,-10-11-115,13 22 571,0 0-1,-2 1 1,16 49 0,6 12 826,-26-64-1018,0 0 0,-2 1 1,0 1-1,-2-1 0,3 43 0,3 16 650,-4-40-186,1 68 0,-7-37-31,-4 87 1093,2-151-1832,-1-1 1,-1 1-1,0-1 1,0 0-1,-1 0 1,0-1-1,-1 1 1,0-1-1,-1 0 1,0 0 0,0 0-1,-1-1 1,0 0-1,0 0 1,-1-1-1,-13 11 1,8-9-136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5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400 442 9830,'1'16'408,"1"0"0,1-1 0,0 1 0,1-1 0,9 26 1,-6-22-43,-1 0 1,6 36-1,18 106 1951,-22-105-1519,0-8 334,2 86 0,-9-49-71,-4 93 1154,3-172-2116,-1 0-1,0 0 0,0-1 0,0 1 0,-1 0 0,0-1 0,0 1 1,0-1-1,-1 0 0,0 0 0,0 0 0,0 0 0,-1 0 0,1-1 1,-1 0-1,0 1 0,0-1 0,-1-1 0,1 1 0,-1-1 0,0 1 0,0-1 1,0-1-1,0 1 0,-1-1 0,1 0 0,-1 0 0,-5 1 0,2-1 46,1-1-1,0 0 1,-1 0-1,1-1 0,-1 0 1,1-1-1,-1 0 1,1 0-1,-1 0 0,1-1 1,0-1-1,0 0 0,0 0 1,0 0-1,1-1 1,-1 0-1,1 0 0,-11-9 1,-10-11 300,1-2 1,-26-30 0,43 43-638,1 0 1,0 0 0,1-1-1,1 0 1,0 0 0,0-1-1,2 0 1,-7-26 0,9 32 69,-9-37-1047,-9-77 0,13 69 373,3 1-111,2 0 1,4-66 0,1 32-136,-1 68 748,1-1-1,1 2 1,0-1-1,1 0 1,1 1-1,1 0 1,1 0-1,0 0 1,15-24-1,11-14-1209,60-73 0,-52 74 710,-17 26 540,1 1 0,1 2 0,37-30 0,-49 45 303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6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1303 982 9830,'0'-1'18,"0"0"0,-1 0 0,1 0 0,0 1 0,-1-1 0,1 0 1,-1 0-1,1 0 0,-1 0 0,0 0 0,1 1 0,-1-1 0,0 0 0,0 0 0,1 1 0,-1-1 0,0 1 0,0-1 0,0 1 0,0-1 0,0 1 1,0-1-1,0 1 0,0 0 0,-1-1 0,-33-8 819,18 5-506,-61-16 862,64 18-946,0-1-1,0 0 1,1-1 0,-1-1-1,1 0 1,0-1 0,0 0-1,-22-15 1,20 6-133,0-1 0,1 0 0,1-1 0,1-1 0,0 0 0,1-1 1,1 0-1,-14-36 0,-7-12-381,12 24-41,2-1-1,2 0 1,-15-71 0,-4-14-295,29 106 485,0 1 0,2 0 0,1-1 0,0-35-1,-1-6-141,3 62 272,0 0 1,0 0-1,-1 0 1,1 1-1,0-1 0,-1 0 1,0 0-1,1 0 1,-1 1-1,0-1 1,0 0-1,0 1 1,0-1-1,-2-2 0,-3 6 427,6 16-61,7 9 155,1 0 1,1 0-1,21 45 1,11 29 775,60 183 2690,-82-224-3245,32 85 1265,-46-132-1822,-1 0-1,0-1 1,-1 1-1,0 0 1,-1 1 0,0 18-1,-4 86 983,-1-46-405,3-51-503,-1-1 0,0 1 0,-2 0 0,-1-1-1,-7 25 1,7-33-234,-1 1-1,-1-1 1,0 0-1,0-1 0,-2 0 1,1 0-1,-1 0 1,-1-1-1,-11 12 0,10-14-36,1-1 0,-1 0 0,0 0 0,0-1 0,-1 0 0,0-1 0,0 0 0,0-1 0,0 0 0,-1-1 0,0 0 0,-22 2 0,-13-2 0,-94-4 0,59-2 0,53 4 0,0-2 0,0-2 0,0 0 0,0-2 0,1-1 0,0-1 0,0-2 0,0 0 0,1-2 0,-39-22 0,-21-19 0,70 42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6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9830,'6'1'143,"0"-1"0,0 1 0,-1 0 0,1 0 0,0 0-1,-1 1 1,1 0 0,-1 0 0,0 1 0,0-1 0,1 1 0,-2 0 0,1 1-1,5 3 1,4 7 281,0 0 0,23 28 0,-7-5 365,-6-8-131,-15-18-331,0 0 0,1-1 0,12 12 0,17 12 1242,56 66 0,-58-60-640,66 65 1501,-30-43-846,-59-53-1530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7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325 330 9830,'-7'1'179,"0"-1"1,-1-1-1,1 0 0,0 0 1,0 0-1,0-1 0,0 1 1,0-2-1,0 1 0,0-1 1,-8-5-1,12 6-163,0-1 0,-1 0 0,1 0 0,0 0 1,0 0-1,1-1 0,-1 1 0,1-1 0,-1 1 0,1-1 0,1 0 0,-1 0 0,0 0 1,1 0-1,0 0 0,0 0 0,0-1 0,0 1 0,1 0 0,-1-5 0,0-5-27,0-1-1,1 0 0,0 1 0,2-1 0,-1 1 0,2-1 1,5-17-1,-7 27 75,1 0 0,1 1 0,-1-1 0,1 1 0,-1-1 0,1 1 0,0 0 0,1 0 0,-1 1 0,1-1 0,0 1 0,0 0 0,0 0 0,0 0 0,0 0 0,0 0 0,1 1 0,0 0 0,-1 0 0,1 0 0,0 1 0,0 0 0,0 0 0,7-1 0,79-11 1100,-90 13-1134,0-1 0,1 1 0,-1 0 1,1 0-1,-1 0 0,0 0 1,1 0-1,-1 0 0,0 0 0,1 1 1,-1-1-1,0 0 0,1 1 1,-1-1-1,0 1 0,0-1 0,1 1 1,-1 0-1,0-1 0,0 1 1,0 0-1,0 0 0,0 0 0,1 1 1,0 1 14,-1-1 0,0 0 0,0 1 0,0-1 0,0 0 0,0 1 0,-1-1 0,1 1 0,-1-1 0,1 1 1,-1-1-1,0 5 0,0-2 34,-1 1 0,1-1 1,-1 1-1,0-1 1,0 1-1,-1-1 0,0 0 1,0 0-1,0 1 1,0-1-1,-1-1 0,-3 6 1,-1-2 107,-1-1 0,0 0 0,-1-1 0,1 0 0,-1 0 0,0-1 0,-17 7 0,-78 24 1307,73-28-830,-44 21 1,39-15-201,-12 8 303,46-21-718,-1 1-1,1 0 0,0 0 1,0 0-1,0 1 0,0-1 1,0 0-1,1 1 0,-1-1 1,1 1-1,0 0 0,0-1 0,-1 1 1,2 0-1,-1 0 0,-1 4 1,-1 21 355,1 0 0,2 0 0,3 34 1,0 4 307,-1-47-390,1 1 1,1-1-1,0 0 0,2 0 1,0-1-1,1 1 0,13 23 1,-7-15-1,-2 1 1,10 33 0,-14-40-322,0 1 0,2-1 0,1 0 0,15 24 0,16 35 0,-29-57 0,0-1 0,20 27 0,8 13 0,5 5 0,-31-51 0,-2 2 0,14 26 0,-14-18 0,-1 1 0,-1 1 0,-2-1 0,8 46 0,-13-54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8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9830,'-1'12'356,"0"-1"0,-1 1 1,0-1-1,-4 12 0,-7 40 484,11-49-625,1 0 0,1-1 0,0 1-1,1 0 1,0 0 0,1 0-1,1 0 1,0 0 0,1-1-1,0 0 1,1 0 0,1 0-1,0 0 1,0-1 0,13 17 0,43 77 1607,-3-5 186,-39-68-1149,-1 1 0,-2 1-1,23 64 1,-29-65-305,-2 0 0,-1 1 0,-2 0 0,-1 0 0,-2 1 0,-1 43 0,-2-56-500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9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1355 0 9830,'2'24'513,"2"-1"1,0 0-1,1-1 0,1 1 1,1-1-1,1 0 0,22 40 1,-17-35-9,-1 0 0,-2 1 0,0 0 1,7 39-1,-13-49-151,1 0 0,1 0 0,0-1 0,13 25 0,-11-27-26,-1 1 1,0-1-1,-2 1 0,0 1 1,6 32-1,-1 6 483,-7-44-592,0 0 1,-1 1-1,0-1 1,-1 1-1,-1-1 1,0 20-1,-1-28-168,0 0 0,0 0 0,0 0 1,0 0-1,0-1 0,-1 1 0,1 0 0,-1-1 0,0 1 0,1-1 0,-1 1 1,0-1-1,0 0 0,-1 0 0,1 0 0,0 0 0,-1-1 0,1 1 1,-1 0-1,0-1 0,1 0 0,-1 0 0,0 1 0,0-2 0,0 1 0,0 0 1,0-1-1,0 1 0,0-1 0,-5 0 0,-12 1 280,0-1 1,-1-1-1,1-1 0,0 0 0,-26-8 1,25 5 57,1 1-1,-1 1 1,0 1 0,-41 1 0,57 2-337,0 0 0,0 0 0,1 1 0,-1-1 0,0 1-1,1 0 1,0 1 0,-1-1 0,1 1 0,0 0 0,0 0 0,1 0 0,-1 0-1,1 1 1,-1-1 0,1 1 0,0 0 0,0 0 0,1 0 0,-1 0 0,1 1 0,0-1-1,0 1 1,0-1 0,1 1 0,0 0 0,-1 5 0,-3 13-58,1-1 0,1 1 0,1 0 0,2 30 0,0-27 6,0 3 0,1 0 0,6 35 0,-4-53 0,-1 0 0,2-1 0,-1 1 0,1-1 0,1 0 0,0 0 0,0-1 0,1 1 0,9 11 0,93 137 0,-104-149 0,1 1 0,-2 0 0,1 0 0,-1 1 0,-1-1 0,0 1 0,-1-1 0,1 1 0,-2 16 0,-7 97 0,6-119 0,0 1 0,0 0 0,0-1 0,-1 1 0,0-1 0,0 0 0,0 0 0,-1 0 0,0 0 0,0 0 0,0 0 0,0 0 0,-1-1 0,-6 6 0,2-3 0,1-1 0,-2 0 0,1-1 0,-1 1 0,1-2 0,-2 1 0,-15 4 0,-2-1 0,0-1 0,0-2 0,-1-1 0,0-1 0,-28 0 0,-549-5 0,580 0 0,1-2 0,0-1 0,0 0 0,1-2 0,-1-1 0,1-1 0,1-1 0,-25-14 0,15 8 0,25 13-85,0 0 1,0 0-1,1-1 0,-1 0 0,1-1 0,0 1 0,0-1 0,1 0 1,-1-1-1,1 1 0,0-1 0,1 0 0,0 0 0,0-1 0,0 1 1,0-1-1,1 0 0,0 0 0,1 0 0,-1 0 0,2 0 0,-1-1 1,1 1-1,0-1 0,0 1 0,1-1 0,0-8 0,0 0-74,0-13-432,1 0 0,8-52 0,-7 72 553,0 0 0,0 1 0,1-1 0,1 1 0,-1 0 0,1 0 0,1 0 0,0 0 0,0 1 0,0-1 0,1 1 0,0 1 0,10-10 0,75-76-1110,-49 46 590,-8 9-23,-11 12 323,1 1 1,27-21 0,87-75-1144,-87 73 1509,-36 33-82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09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9830,'5'0'328,"5"0"-1,6 0 1,5 0 0,3 0-1,2 0 1,1 0 0,1 0-1,0-4 137,-1-2-136,0 1-1,-4-5 1,-7 1-328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11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1854 784 9830,'-13'0'333,"0"-1"0,-1 0 0,1-1 0,0-1 0,0 0 0,0-1 0,-20-9 0,30 12-308,-1 0-1,1-1 1,-1 0-1,1 0 1,0 0-1,-1 0 1,1 0-1,0-1 1,0 1-1,1-1 1,-1 0-1,1 0 1,-1 0 0,1 0-1,0-1 1,0 1-1,0 0 1,1-1-1,-1 1 1,1-1-1,0 0 1,0 1-1,0-1 1,0 0-1,1 0 1,-1 0-1,1 0 1,0 0-1,0 1 1,1-7-1,1 4 54,0-1 0,1 1-1,0 0 1,0 0 0,0 0 0,1 0-1,-1 1 1,1-1 0,1 1 0,-1 0-1,1 0 1,0 0 0,0 1-1,0 0 1,7-4 0,14-9 439,1 1-1,29-12 1,-26 14-158,-21 9-213,0 1 0,1 0 0,-1 1 0,1 0 0,0 0 0,0 1 0,0 1 1,1-1-1,19 2 0,-24 0-64,0 1 0,0-1 0,0 2 1,0-1-1,0 1 0,0 0 0,-1 0 1,1 0-1,-1 1 0,1 0 0,-1 0 0,0 0 1,0 1-1,-1 0 0,1 0 0,-1 0 1,8 8-1,-5 0 75,0-1 0,-1 1 1,0 1-1,0-1 0,-2 1 0,1 0 1,-2 0-1,1 0 0,-2 0 0,0 1 1,-1-1-1,0 1 0,-1-1 0,0 1 0,-1-1 1,-1 1-1,0-1 0,-5 17 0,4-21-18,-1 0 0,1-1-1,-2 1 1,1-1-1,-1 0 1,-1 0-1,1-1 1,-1 0-1,-1 1 1,1-2-1,-1 1 1,0-1-1,-1 0 1,-9 5-1,-15 9 537,0-2-1,-43 17 0,54-26-316,-3 0 21,-1-1 0,-1 0 0,1-3 1,-1 0-1,0-1 0,-42 0 0,61-3-420,1 0-1,-1-1 1,0 0 0,0 0-1,1-1 1,-1 0-1,1 0 1,-1-1 0,1 1-1,-1-1 1,1-1-1,0 1 1,0-1 0,0 0-1,0-1 1,0 1-1,1-1 1,0 0-1,-1-1 1,1 1 0,1-1-1,-1 0 1,1 0-1,0-1 1,-4-6 0,-20-33-306,21 32 288,-1 0 1,0 0-1,0 1 1,-1 0-1,-1 1 1,-16-15-1,24 24 64,0 1 1,0 0-1,0 0 0,0 0 1,-1 0-1,1 0 0,0 0 0,-1 1 1,1-1-1,0 1 0,-1-1 1,1 1-1,-1 0 0,1 0 0,-1 0 1,1 0-1,0 0 0,-1 1 1,1-1-1,-1 1 0,1 0 1,0-1-1,0 1 0,-1 0 0,1 1 1,0-1-1,0 0 0,-4 3 1,-6 6 29,0 0 0,0 1 0,-17 21 0,-12 10 77,-13 3-7,39-32-60,0 0 0,-1-1 1,0-1-1,-32 18 0,39-26-25,0 1-1,0 0 0,0 1 0,1 0 0,0 0 1,0 1-1,0 0 0,1 0 0,0 1 0,0-1 1,-10 15-1,14-16-6,1-1 0,-1 0 1,0 0-1,0-1 0,-1 1 0,1-1 1,-1 1-1,0-1 0,0 0 1,0-1-1,0 1 0,0-1 1,-6 3-1,9-5-15,-1 1 0,1-1 0,-1 0 0,1 1 0,-1-1 0,1 0 0,-1 0 0,1 0 0,-1 0 0,1-1 0,0 1 0,-1 0 0,1-1 0,-1 1 0,1-1 0,0 1 0,-1-1 0,-1 0 0,1-1-37,0 0-1,0 0 1,0 0 0,0 0-1,1 0 1,-1 0 0,1 0-1,-1 0 1,1-1 0,0 1-1,0-1 1,0 1 0,-1-4-1,-16-39-972,-1 1 0,-31-50 0,-17-36-927,-32-114-1782,87 210 3149,2-1 0,1 0-1,1 0 1,-3-48-1,-3-8-623,8 41 313,3-1-1,2-69 1,2 87 469,2 56 982,1 0-1,1 0 1,2-1-1,17 43 1,8 29 413,-6-4 162,-12-44-405,-1 0 0,-2 1 0,-3 0 0,4 65 0,-10-80-108,10 47 1,-7-46 150,3 45 0,-7-8 12,-4 301 3076,1-333-3671,-2 1 1,-2-2-1,-2 1 0,-15 47 0,8-46-198,-2-1 0,-1 0 0,-2-2 0,-1 0 0,-2-1 0,-37 42 0,58-74 0,-1-1 0,1 0 0,0 0 0,-1-1 0,1 1 0,-1 0 0,1-1 0,-1 1 0,0-1 0,0 0 0,0 0 0,0 0 0,0-1 0,0 1 0,0-1 0,0 1 0,0-1 0,0 0 0,0 0 0,0 0 0,0 0 0,0-1 0,0 0 0,0 1 0,0-1 0,1 0 0,-4-2 0,-10-3 0,1-2 0,0 0 0,-27-20 0,-5-3 0,28 22-170,1-1 0,0-1 0,0-1 0,1 0-1,1-1 1,0-1 0,0-1 0,2 0 0,0-1 0,1 0-1,0-1 1,1 0 0,1-1 0,1-1 0,1 0 0,-8-21-1,9 10-375,1-1 0,1 0 0,1 0 0,2-1 0,2-52 0,1 41 153,0 11-250,1 1-1,1-1 1,8-40 0,-8 61 579,2 1 1,-1-1-1,1 1 1,0 0-1,1 0 1,1 0-1,-1 1 1,2-1-1,-1 1 1,1 1-1,0-1 1,1 1-1,12-9 1,7-7 150,-9 8 28,0 2 0,0 0 0,38-22 1,-34 26-89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11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88 9830,'0'5'328,"5"1"-1,0-5 1,1-6 0,-6-4-1,-2-4-354,-2-4 0,0-4 0,-3 1-1,-1 5 28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29:12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9830,'5'0'328,"5"0"-1,7 0 1,3 0 0,5 0-1,1 0 1,1 0 0,0 0-1,1 0 1,-1 0 0,-4 0-328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2:58.4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0,'11272'0'0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3:07.5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236 27,'716'0,"-696"-1,0-1,35-8,-34 5,1 2,24-2,194 6,-311 9,22-3,-73 3,74-10,-94 15,-23 12,135-22,1-1,-55-1,56-3,-1 2,1 0,-35 8,19-3,-1-2,0-1,0-3,-56-5,-5 1,27 3,57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3:14.3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0 160,'1272'0,"-1235"-2,-1-1,0-3,37-10,-32 7,80-8,-75 13,76-18,-77 12,81-7,-26 4,-72 7,1 2,29-1,-17 3,48-9,-51 6,59-3,326 9,-400-1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3:14.9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2,'94'-1,"104"3,-126 11,-52-9,0 0,27 1,111-5,-135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3:16.8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0 319,'22'-1,"0"-1,34-8,29-3,-69 11,0-1,0 0,0-1,26-11,-26 9,-1 1,1 0,0 1,28-3,167-20,-53 1,-22 4,-72 10,1 2,70 0,-110 8,-1 0,0-2,0-1,26-8,-25 5,-1 2,1 1,44-3,-15 6,1-2,-1-2,55-14,-70 13,-1 2,1 2,66 2,36-2,3-23,81 24,-117 3,-91 1,0 0,0 0,0 2,-1 0,23 9,-21-6,0-2,1 0,-1-1,23 2,383-4,-207-5,-126 5,104-4,-124-11,-51 9,-1 0,29-1,377 5,-557 0,104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3:38.8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0,'7833'0'0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3:42.4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0,'6775'0'0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3:45.6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1048 0,'43'1,"-1"1,58 11,114 14,-168-20,0-3,60-2,-60-2,0 2,60 9,-68-6,-1-1,62-2,-203 22,-306-19,223-8,-1129 3,1407 21,317 14,-59-11,65 3,-82-14,69 0,-393-13,623 16,-538-10,445 26,-333-21,145 3,-42 2,-245-8,57 7,133-1,-234-13,0 0,0 1,0 1,0 0,-1 2,0 0,29 13,-45-18,-1 1,0-1,0 1,0-1,0 1,0 0,1-1,-1 1,0 0,-1 0,1 0,0-1,0 1,0 0,0 0,-1 0,1 1,0-1,-1 0,1 2,-1-2,0 0,0 0,-1-1,1 1,0 0,-1 0,1-1,-1 1,1 0,-1 0,0-1,1 1,-1-1,0 1,1-1,-1 1,0-1,1 1,-1-1,0 0,0 1,-1-1,-66 17,50-13,-15 2,-1 0,-39 0,-42 6,48 2,0-4,-117 3,-291-14,452 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3:49.9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0,'14928'0'0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3:53.5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0,'6273'0'0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3:57.4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0,'12832'0'0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4:02.6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0,'56'21,"-3"-15,0-2,101-6,-44-1,1819 3,-1905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4:04.8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0,'7752'53'0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4:09.2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0,'16404'0'0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4:19.9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0,'31'2,"58"10,-57-7,54 3,-63-7,8-2,1 2,-1 1,49 11,-43-7,0-1,1-2,-1-2,58-5,-41 2,60 4,44 23,-51-12,-69-7,57 2,-1-9,76 2,-99 12,-52-8,1-2,29 3,77 7,-81-7,49 1,-73-5,0 0,31 8,-30-6,0 0,24 1,298-6,-321 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4:22.3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34,'20'0,"16"1,0-2,0-1,59-12,-50 7,1 1,-1 3,1 2,53 5,8-2,529-2,-603 2,59 10,-57-6,47 2,418-7,-237-3,-241 4,0 0,33 8,-32-5,49 3,549-7,-299-3,-303 4,1 0,36 8,-36-5,1-1,27 1,-34-5,0 0,0 2,-1-1,1 2,-1 0,1 0,-1 1,0 1,16 8,-14-5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4:23.6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0,'1763'0,"-1569"14,-16-1,-100-12,261 14,222-2,-346-16,268 3,-451 2,56 10,-56-7,54 3,284-9,-347 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4:25.1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0 188,'4'-2,"-1"-1,1 0,0 1,-1 0,1 0,0 0,1 0,-1 1,0 0,0-1,8 0,57-2,-8 0,19-13,-38 7,0 2,1 2,48-1,-53 6,0-1,56-10,-25 3,1 4,133 6,-75 1,-59-2,100-15,25 0,-23 3,68 2,1-1,-54-4,240 12,-211 5,2099-2,-2292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4:54.7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0,'14711'0'0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03.4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0,'1'2,"-1"-1,1 0,-1 0,1 0,0 0,0 0,-1 1,1-1,0-1,0 1,0 0,0 0,0 0,0 0,0-1,1 1,-1 0,0-1,3 1,31 13,-25-10,4 0,1 0,0-1,0 0,0-2,30 1,-26-2,0 2,0 0,21 4,-7 1,1-2,50 2,40 6,-64-5,0-3,103-3,-98-4,0 3,69 11,-44-2,1-5,117-7,-58-1,2150 3,-2270 2,-1 2,0 0,42 13,-35-8,57 7,11-3,-58-6,72 2,-111-10,25 1,0 0,0 2,61 12,-49-6,-23-6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05.9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0 187,'94'2,"105"-4,-101-11,-52 6,59-1,4 10,90-3,-112-12,-54 8,57-4,126-4,20-1,-190 15,18 0,-1-2,95-14,-112 9,-1 2,52 3,-50 1,91-10,-31-3,2 6,147 8,-91 1,122-17,78 5,-90 9,-149-12,36-2,402 16,-544 1,0 0,0 1,0 1,-1 1,21 8,-13-4,46 8,84 9,-95-15,-34-5,0-2,39 2,-42-7,-13 1,0-1,0 1,0 1,1 0,-1 1,-1 0,1 0,0 2,-1-1,1 2,14 7,-13-7,0 1,0-2,0 0,1 0,-1-1,25 1,17 5,105 17,-145-23,1 1,0 1,-1 0,0 1,24 13,-10-5,1-1,0-1,38 9,9 3,-37-9,1-2,1-1,0-3,0-1,1-2,60 1,-80-8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5:08.1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0,'10400'0'0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10.6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54,'44'1,"-11"0,-1 0,1-3,0 0,-1-2,1-2,-1 0,32-13,-53 15,0 1,0 0,20-2,-11 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11.3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81,'45'-10,"-8"-1,36 5,136 7,37-2,-175-12,-51 9,0 0,28-1,161 7,85-4,-206-11,-56 7,60-3,569 10,-641 1,-1 0,37 8,-35-5,0-1,27 1,-21-5,1 2,-1 1,33 7,-42-5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12.9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130 81,'62'1,"-20"1,0-3,1-1,72-13,-70 7,1 3,-1 2,1 2,51 5,11-2,737-2,-824-2,0-1,-1 0,0-2,0-1,0 0,32-16,-74 17,-17 3,-869 3,863 1,-55 10,55-6,-58 2,-17-11,-131 5,168 11,56-7,-47 2,52-7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14.6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0,'3308'0,"-3276"2,0 1,36 9,-15-2,-31-5,-5 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18.9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0,'3971'0,"-3939"2,56 10,-53-6,42 1,291-6,-173-3,-163 4,57 10,-53-6,41 1,43-7,-58-1,0 2,93 15,84 11,-198-22,0-2,57-2,-58-1,0 0,64 11,-57-4,-1-3,73-1,19 0,-53 9,-53-6,47 2,-36-7,-12-2,0 2,0 2,45 9,-34-5,-1-2,1-2,0-2,53-4,2 0,750 3,-828-1,1-1,36-8,-35 5,0 1,27-1,634 3,-332 4,1158-2,-1491-1,1 0,-1-2,18-5,37-4,-51 11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19.7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0 218,'1'-1,"-1"0,1 0,-1 0,1 0,-1 0,1-1,0 1,0 0,-1 1,1-1,0 0,0 0,0 0,0 0,0 1,0-1,0 0,0 1,1-1,-1 1,0-1,0 1,0 0,1-1,-1 1,0 0,2 0,41-5,-39 5,31-4,0-2,39-11,-44 9,0 1,1 2,48-3,-35 8,21 1,0-3,70-12,-87 8,60 0,-63 4,73-10,119-15,-201 21,69 0,-73 6,0-2,59-10,66-16,-115 21,0 2,1 2,-1 2,46 5,10-2,59-2,-135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5:21.7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0,'9318'0'0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5:24.8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0,'10031'0'0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26.8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0 164,'32'-1,"0"-2,35-7,-34 4,34-1,0 3,96 7,-39-1,30 0,167-4,-203-11,45-2,0 18,125-5,-182-11,30 0,27-1,19 0,-115 15,130-16,-69 2,-81 11,47-10,-39 4,0 3,0 3,102 7,-62 4,116 26,-166-25,-14-2,0-1,0-2,41 2,-68-7,44 0,-1 3,49 8,-31-3,1-2,128-7,-70-2,-19 3,-82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5:29.0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0,'13364'0'0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5:43.8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0,'5321'0'0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5:45.9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0,'14340'0'0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48.9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0,'644'0,"-594"3,52 8,48 2,-101-12,0 2,48 8,-22-2,1-3,131-8,-67-1,-28 1,125 5,-150 10,-55-7,48 2,50 5,-86-7,58 1,-50-7,-30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2:45:51.1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0,'4630'396'0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54.6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2,'129'-2,"141"5,-176 10,-51-7,45 2,66-7,-48-2,134 16,-120-4,201-9,-151-5,1166 3,-1312 2,0 1,0 0,-1 2,29 9,-28-6,0-2,1-1,45 3,117-10,102 4,-217 11,-52-9,0 0,27 1,678-3,-353-5,-209 17,-110-7,63 0,38-9,235 4,-263 10,58 2,789-15,-953 0,1-1,33-8,-32 5,0 2,24-2,7 4,-22 1,0-1,-1-1,47-10,-35 5,0 2,0 2,0 1,53 6,3-2,2601-2,-2679-1,0-1,34-8,-32 5,0 2,24-2,404 5,-429 2,-1 0,34 8,-32-6,0 0,24 1,671-3,-349-5,-266 2,114 3,-67 24,-110-17,0-2,78 5,-40-13,-27-1,0 3,0 1,66 13,-93-10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56.2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0 109,'75'1,"11"0,168-19,-167 9,1 3,121 8,-63 0,86-15,3-1,-36 1,1 0,369 14,-541-2,-1-2,30-6,41-4,510 10,-312 5,841-2,-1114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5:58.6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0 134,'171'-2,"190"5,-226 9,45 2,64-1,25 0,176-16,342 6,-550 10,103 2,-15-3,2 1,153 1,38-1,-450-13,631 15,152-2,-523-16,132 3,-436-2,0-1,0-1,-1-1,0-1,44-18,41-10,-29 12,-51 14,0 0,0 2,45-4,15-3,-63 8,47-3,-47 6,-1-1,27-7,13-2,51-13,-85 16,0 2,55-5,158-15,-155 15,-50 5,43 0,-58 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6:07.3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54,'0'-1,"1"0,-1 0,0 0,1 0,-1 0,1 0,0 0,-1 0,1 0,-1 1,1-1,0 0,0 0,0 0,0 1,-1-1,1 0,0 1,0-1,0 1,0-1,0 1,0 0,0-1,1 1,-1 0,2 0,38-7,-30 6,5-1,50-9,122-2,1989 15,-1140-4,-797 16,-20-1,10-13,303 16,42-3,-356-16,206 3,-399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6:09.3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0,'25'1,"0"0,0 2,41 9,-32-6,58 3,13 3,134 19,-178-19,0-3,1-2,69-3,-54-4,121 15,-86-5,203-7,-152-6,1091 3,-1223-1,57-11,-56 6,54-2,-80 8,25 1,1-1,-1-2,1-2,-1-1,47-13,-52 11,1 1,0 0,0 2,32 0,114 5,-65 1,940-2,-999-2,51-9,38-2,938 11,-524 4,-526-2,0 1,0 0,0 2,0 1,-1 2,49 15,-46-11,1-1,1-1,-1-2,1-1,0-1,0-2,37-2,911-2,-534 3,-268-14,-24 0,65 0,62-2,61 18,278-5,-410-10,116-3,1974 16,-2276-1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2:46:11.0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0,'604'0,"-571"2,59 10,-57-6,44 2,-37-7,17 0,84 12,-15 0,9 1,-90-8,1-2,60-3,-58-1,93 10,-28 2,0-5,130-8,-80-2,-83 3,12-1,171 19,-168-8,0-5,114-7,-54-1,766 3,-903-1,-1-1,37-8,-35 5,0 1,27-1,97 6,55-2,-116-12,-52 8,47-3,823 6,-439 4,278-2,-719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00:50.5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982 876,'23'2,"-1"1,0 1,0 1,0 0,22 10,30 7,176 47,-171-47,0-4,82 8,-34-6,6 5,232 34,3-9,314 28,498 36,-534-42,2193 131,-2410-181,502 19,548 29,-403-13,-911-50,1685 90,-650-18,-279-21,-810-50,1545 90,-383-20,-619-32,-170-39,-112-5,-161 11,76 2,-157-13,143-6,-271 4,0 0,0 0,0 0,-1 0,1-1,0 1,0 0,-1-1,1 1,0-1,0 0,-1 0,1 1,-1-1,1 0,-1 0,1-1,-1 1,0 0,1 0,0-2,-1 1,-1 1,0 0,0 0,0-1,0 1,0 0,0-1,0 1,-1 0,1 0,0-1,-1 1,1 0,-1 0,1-1,-1 1,1 0,-1 0,0 0,0 0,-1-2,-5-4,0 0,0 1,0 0,-1 0,0 0,-14-7,-16-3,-76-22,-8-3,89 30,-1 1,0 2,0 2,-65-5,48 6,-61-13,-457-80,416 76,-107-7,66 9,-417-30,-226 4,483 19,-740-4,-213-4,929 19,-89-2,-510-19,69 10,542 16,-276-4,166 2,20-1,49 1,-15 0,-671 14,1082-1,1 0,-1-1,1-1,-1 0,1 0,0-1,-16-7,69 3,1 7,0-2,65-11,-56 6,1 2,0 2,60 5,-25 0,331 22,-240-10,582 33,-28 13,-35-3,1266 65,68-40,-1028-47,501 22,-1219-50,141 7,113-3,-460-12,-132 1,-804-15,613 1,-683-42,-1199-70,386 21,938 44,-648-46,355 2,-9 0,-1109-63,1510 107,-1219-101,1542 136,-219-18,287 13,-360-26,586 58,57 0,0-1,1-1,-1-1,-35-8,47 5,13 1,24-1,38 2,1426 5,647 91,-633-18,1624 21,-2243-74,922 11,-782-20,1-1,395-13,-1059-12,4-1,-74 15,-3427-1,1852-80,594 21,-1293-110,1121 117,309 25,-161-11,476 28,-346-5,526 17,33 0,-1-2,-47-4,66-1,16-1,18-4,35 4,0 1,86 5,-72 2,79-9,512-11,-437 20,4510-2,-7320 0,1525-28,818 19,-3337-191,2193 97,303 25,451 27,-862-59,1313 97,-134-5,641 36,597 59,-807-68,126 11,370 17,163 8,-448-20,381 33,87 5,666 36,287 8,-699-48,-983-55,1440 81,2-47,-432-12,-20 1,-393-14,38 0,29-14,-4139 1,2121-27,966 17,-3682-172,2396 77,-908-28,1556 76,-1048-56,1063 57,454 25,127 3,607 60,2063 169,1753 28,-3012-175,125 4,-153-4,159 5,-246-29,878 21,-1801-51,2194 28,-321-29,-1254-39,-547 32,-59 7,-10 1,0-1,0-1,20-3,-33 4,1 1,0 0,0-1,0 1,0-1,-1 0,1 1,0-1,-1 0,1 0,0 0,-1 0,1-1,-1 1,0 0,1-1,-1 1,0-1,0 1,0-1,0 1,0-1,0 0,0 1,-1-1,1 0,-1 0,1 0,-1 0,1 1,-1-5,-3-8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00:54.7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916 29,'85'0,"127"16,-89-2,-65-9,71 15,-58-8,0-3,1-3,93-4,113 9,-125 1,200-11,-157-4,430 3,-589-2,0-1,0-3,38-10,-38 7,0 2,0 2,41-1,-52 5,1-2,-1 0,1-2,-2 0,1-2,0-1,42-20,-68 28,1 0,-1 0,1 0,-1 0,1 0,-1 0,0 0,1-1,-1 1,1 0,-1 0,0 0,1-1,-1 1,0 0,1 0,-1-1,0 1,1 0,-1-1,0 1,1-1,-1 1,0 0,0-1,0 1,0-1,1 1,-1 0,0-1,0 1,0-1,0 1,0-1,0 1,0-1,0 1,-18-6,-33 4,49 2,-622 1,586 1,-55 10,-20 1,-55 0,-52 1,135-14,1-1,-1 3,-160 25,182-17,-113 4,113-11,-177 25,60-5,14 2,106-14,0-3,-70 2,114-9,0 0,0 2,-19 4,27-4,0 0,-1-1,1-1,-1 1,1-1,-1 0,0-1,0 0,1-1,-1 0,0 0,1-1,-1 0,-15-6,1-4,-1 0,0 2,0 0,-49-11,-62-7,108 23,-49-15,56 13,0 1,-1 1,1 1,-34-2,-157-19,183 23,-44-9,46 5,-48-2,181 9,-1-2,143 18,-145-7,200-7,-148-6,-8 2,169 3,-200 11,43 0,550-14,-688 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01:31.6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0,'10133'0'0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01:36.9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0,'5'0,"5"0,6 0,0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01:37.7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2060 27,'-1828'0,"1808"-1,0-1,-35-8,39 6,0 1,-1 0,1 1,-33 1,49 1,-1 0,0 0,0 0,0 0,0 0,0 0,0 0,0 0,0 0,0 0,1 0,-1 1,0-1,0 0,0 1,0-1,1 1,-1-1,0 1,0-1,1 1,-1-1,0 1,1 0,-1-1,0 2,1-1,1 0,-1 0,1 0,-1 0,1 0,0 0,-1 0,1 0,0 0,0-1,-1 1,1 0,0 0,0-1,0 1,0-1,1 1,50 23,10-10,0-2,76 5,11 1,173 7,-7-1,228 24,2-42,-394-7,55 15,-4 1,580-17,-1024 2,219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01:39.1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0 109,'664'0,"-642"-1,1-1,33-8,32-3,-23 6,114-26,-123 20,1 2,110-6,-127 17,2-1,0 1,1 3,65 12,-79-10,0-1,58 0,-59-4,1 2,0 0,31 8,-28-5,-1-1,1-1,-1-2,42-3,61 2,0 25,-48-11,-63-9,0-1,29 1,265-6,-294 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01:40.0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29,'505'0,"-475"-1,59-12,-58 8,57-4,1021 9,-498 1,-602 0,1-1,-1 1,1 1,-1 0,12 3,-4 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01:41.4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0 158,'111'2,"117"17,37 3,-138-11,193-9,-148-5,68 17,4 1,617-17,-842 1,0-1,37-8,-36 5,1 1,29-1,648 3,-338 4,-340-3,1-1,33-8,-32 5,0 2,24-2,20 4,-34 2,0-2,0-1,55-11,-61 8,0 2,0 0,28 1,-34 3,0-2,0 0,-1-1,1-1,-1-1,36-12,-23 4,48-11,11-3,-76 22,1 0,-1 1,1 1,0 0,20 1,-18 1,1-1,-1-1,24-6,-9-1,4-2,64-9,-80 18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23:50.0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56,'20'-1,"0"-1,35-8,-33 5,-1 2,26-2,62 6,48-2,-90-12,11 0,504 10,-296 5,4074-2,-4330 2,0 1,29 6,-28-3,56 3,-62-8,0 2,35 8,-12-1,-19-5,0 2,-1 1,-1 1,1 1,-1 1,39 24,38 19,-98-51,1 0,0 0,0-1,0 0,0 0,12 1,1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23:53.7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0 186,'823'0,"-625"-13,-13 0,656 12,-403 2,-228-14,-5-1,971 15,-1154 1,0 0,0 2,-1 0,30 11,-27-8,0-1,0-1,31 3,32 5,-63-8,-1-1,27 1,27-5,-42-1,0 2,0 1,59 11,-49-6,1-1,0-3,0-2,51-5,10 1,1189 3,-1276-1,0-1,35-8,-34 5,1 2,24-2,-17 4,1-1,55-11,-40 6,1 1,0 3,0 2,51 5,9-2,-80-1,0-2,0-1,0-1,0-1,0-1,47-16,-51 15,0 0,0 2,1 1,-1 1,1 1,0 0,29 4,-23-1,-1-1,1-2,56-8,-42 1,0 3,67 0,-61 4,78-12,-80 6,66 0,-64 5,55-9,95-16,-141 19,0 3,1 2,76 7,-16-2,870-2,-959-1,59-12,-58 8,57-4,-57 11,0 1,42 9,2 1,-7-2,-41-6,1 0,34-1,-31-4,-1 1,0 1,50 11,-36-6,1-2,0-1,0-3,56-5,5 1,52 17,-106-7,57 0,710-9,-788 1,57-11,-55 6,53-2,72 9,-135-1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4:05.5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0,'6351'0'0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4:07.3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0,'13229'0'0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24:11.5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31,'20'0,"18"1,-1-2,1-1,53-11,-45 5,2 3,-1 2,92 6,-32-1,1667-2,-1903-2,-144 5,185 9,55-6,-57 2,68-6,0 0,-28 7,-41 4,-656-11,365-5,267 3,92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4:15.0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0,'6164'0'0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24:19.5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33,'1244'0,"-1206"2,59 10,-59-5,56 1,18-9,-45-1,0 3,110 15,-111-8,1-2,126-7,-69-2,44 17,-111-7,61 0,22-10,196 6,-255 9,-66-8,1-1,0 0,-1-2,1 0,0 0,0-2,0 0,0 0,15-5,7-2,0 2,-1 2,1 1,1 2,41 5,5-3,-63 1,-1 1,0 1,0 0,0 2,37 14,-31-10,0-1,44 8,-38-10,47 14,-57-13,1-2,0 0,0-1,35 1,88 7,23-1,-14-10,138-5,-262-2,0-1,37-11,35-8,-45 14,-31 6,-1 0,44-1,97-7,9 1,-148 12,26 1,-1-2,99-15,-90 8,-1 2,1 3,75 7,-14-2,1437-2,-1537-1,-1-2,1 0,-1-2,30-10,-29 8,1 1,-1 1,47-4,-42 7,44-9,-45 6,53-3,33 11,90-5,-133-11,-52 8,0 1,30-1,31 4,-46 2,1-1,0-2,57-11,-47 5,1 3,0 2,0 2,51 5,10-2,1771-2,-1866 1,1 0,-1 0,0 2,0-1,0 1,0 1,0 0,12 7,10 7,41 28,29 16,-92-57,-1 0,1 0,1-2,-1 1,0-1,1-1,17 2,182-6,-189 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24:21.9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0,'477'0,"-439"2,57 10,-55-5,42 0,283-8,90 2,-98 26,-204-16,158 5,40-2,288-1,-397-16,1181 3,-1400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24:23.6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31,'63'0,"97"-15,-60 5,0 4,106 9,-48-1,2174-2,-2129 14,-6-1,8-15,165 4,-256 11,41 0,-128-13,-1 2,0 0,43 10,-27-5,0-2,0-2,0-2,52-4,4 0,483 3,-549 2,56 10,-56-7,54 3,1059-7,-517-3,-602 0,0-1,-1-1,1-1,32-12,20-4,-50 15,2-1,-1 2,1 0,35 0,-42 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6:22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13977,'9077'0'0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6:30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24201,'8546'0'0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6:33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256 1 9830,'46'3'1311,"0"2"-1,80 19 1,-6-4 222,-81-15-688,0 1 0,65 21 0,-83-21-420,0-1 0,0-1 0,36 2 0,29 6 824,-62-8-703,1-1 0,36 0 0,-100-3 441,-21 0 139,0-2 1,0-3-1,-78-17 0,99 14-568,0 1 0,-71-1 0,56 4-651,-41-7 93,56 5 0,-41-1 0,36 5 0,0-3 0,0-1 0,1-2 0,-61-19 0,177 21 0,668 7 0,-818-1 0,70 0 0,9 0 0,43 0 0,450 0 0,-465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6:33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1119 0 9830,'-41'0'742,"1"2"1,-1 1-1,1 2 0,-1 1 1,1 3-1,-41 14 0,36-10 117,0-2-1,-61 7 0,-39 9 838,108-19-836,-60 4-1,-5 0 507,14-4-276,68-8-721,1 1 0,-1 1 1,-33 8-1,36-4-314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6:37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21333,'12463'0'0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6:39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9830,'9'0'322,"-1"-1"0,1-1 0,-1 1-1,16-7 1,24-3 363,280 6 3638,-180 7-2420,736-2 8925,-582 0-10516,-117-13-312,-30 0 0,28 0 0,44-2 0,1410 16 0,-1589 4 0,-31 1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38:06.8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3647 0 8192,'-6'1'77,"0"0"0,0 0 0,0 0 0,0 1 0,0 0 0,1 0 0,-1 0 1,0 1-1,1-1 0,0 2 0,0-1 0,-1 0 0,-4 6 0,-11 10 813,-32 34 0,12-11-393,-10 4 417,-2-3-1,-1-3 1,-2-2 0,-2-2 0,-105 47 0,-37 10-1972,-139 57-1240,188-92 1366,-278 92-3619,134-62 4551,-74 20 0,-335 84 0,529-140-587,84-28 2382,-150 63 9536,231-89-7572,10 2-3807,-1-1 0,0 1 0,1-1 0,-1 1 0,0-1 0,1 0 0,-1 1 0,1-1 0,-1 0 0,1 1 0,0-1 0,-1 0 0,1 0 0,0 1 0,-1-1 0,1 0 0,0 0 0,0 0 0,0 1 0,-1-1 0,1 0 0,0 0 0,0 0 0,0 0 0,1 1 0,-1-1 0,0 0 0,0 0 0,0 0 0,0 1 0,1-1 0,-1 0 0,1-1 0,5-11 48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38:07.3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8192,'2'1'68,"-1"-1"0,1 1 1,-1-1-1,1 1 0,-1 0 0,1 0 1,-1 0-1,0 0 0,1 0 1,-1 0-1,0 0 0,0 0 0,0 1 1,0-1-1,0 0 0,0 1 0,0-1 1,1 3-1,17 33 1781,-15-28-1639,15 26 285,-6-10 1005,-1 0 1,11 31-1,0 21 1537,-10-31-326,26 63 0,-27-78-2680,-2 0 1,-1 1-1,6 39 1,14 46-717,-16-68-849,10 68-1,-17-74 1626,3-1-1,22 69 1,108 320-6087,-132-408 5996,9 38 0,4-2 0,1 0 0,32 59 0,-19-49-1916,40 116-1,-48-110 104,50 95 0,21 37 1813,-27-70 0,-33-70 0,63 104 0,-86-153 0,0-4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00:58.0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0,'21'2,"-1"0,1 1,20 6,13 3,-28-7,42 15,-50-13,1-1,0-1,1-1,24 2,62 7,-67-7,56 1,-28-6,94 14,-23 3,221 1,688-20,-996 4,54 8,47 4,11-3,6 1,169-14,-315 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01:00.5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1,'27'0,"26"0,0 1,84 14,-89-8,55 2,23 2,222 27,1 0,103 4,-1-28,-391-9,600 28,-226-18,-88-7,-53-5,-178 9,53 2,-154-13,32-2,0 3,72 12,66 13,-149-22,-1-3,52-1,23 1,-36 11,-54-8,0-1,29 1,20-4,-35-2,0 2,0 1,49 10,50 16,-106-24,0 0,0-2,40-1,-63-1,20-1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01:03.6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0,'5615'0'0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4:32.7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0,'17489'0'0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24:37.9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0 162,'125'2,"138"-4,-167-11,-61 7,57-3,-66 9,1-1,0-2,35-7,-36 5,0 2,51 0,-50 3,0-2,44-6,151-25,-196 28,45-1,-52 5,-1 0,0-1,1-1,-1-1,26-9,-18 5,0 2,0 0,0 2,1 0,-1 2,1 1,33 3,-46-1,9-1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4:43.8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0,'18682'0'0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4:52.2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0,'16833'0'0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24:56.6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81,'30'1,"0"-3,0 0,48-11,83-14,-129 22,1 1,0 2,64 3,41-1,-5-26,-112 25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5:05.6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0,'8678'0'0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3:25:13.1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0,'16140'0'0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7T23:25:20.7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1669 0,'39'3,"0"1,0 2,-1 2,59 19,-19-5,-24-10,-33-8,1 1,28 11,-15-4,0-2,0-2,55 7,-52-11,0 3,69 21,-84-21,1-1,-1-1,40 3,20 5,11-1,-69-11,-1 2,1 1,34 10,20 5,-59-15,0 0,36 14,-56-18,1 0,-1 0,0 0,0 0,1 0,-1 0,0 0,1 0,-1 1,0-1,0 0,1 0,-1 0,0 0,0 1,1-1,-1 0,0 0,0 0,0 1,0-1,1 0,-1 0,0 1,0-1,0 0,0 1,0-1,0 0,0 0,1 1,-1-1,0 0,0 1,0-1,0 0,0 0,0 1,-1-1,1 0,0 1,0-1,0 0,-14 10,-19 2,-113 9,-109 32,65-26,143-20,-54 1,-21 2,0 8,-206 2,-239-21,2711 1,-2100 3,1 1,68 16,-67-10,0-2,58 2,-12-10,-45-2,1 2,-1 3,1 2,56 12,-42 0,1-4,0-2,119 4,-110-11,101 19,-100-12,93 4,-83-11,90 18,-97-10,123 3,276-17,-612 5,-153-6,199-10,58 7,-60-3,-125-4,-18 0,126 14,-122-17,43 3,0-1,-13 6,137 8,-93-12,88 5,-101 1,14 2,50-8,63 5,-55-1,44 8,4 1,-1-2,-79-13,101 9,0 2,-38 2,-14-2,80 3,1 0,-1 0,0 0,0 0,0-1,1 1,-1-1,0 1,0-1,1 0,-1 1,1-1,-1 0,-2-2,4 3,0-1,0 1,0 0,-1-1,1 1,0-1,0 1,0-1,0 1,0-1,0 1,0-1,0 1,0 0,0-1,0 1,1-1,-1 1,0-1,0 1,0-1,0 1,1 0,-1-1,0 1,1 0,-1-1,0 1,1-1,-1 1,0 0,1 0,-1-1,4-2,0 0,0 0,1 1,-1 0,1-1,-1 1,1 1,-1-1,6 0,17-2,55-1,-53 5,49-8,8-3,0 4,114 5,-96 3,107-13,-63 0,198 11,-155 3,1481-2,-1633 2,55 10,-54-6,51 1,-80-6,0-1,0 1,-1 1,1 0,0 1,-1 0,15 6,-68-3,-125 7,-11 0,-3757-14,3771-12,5-1,99 15,53-1,40 0,133-14,-2 0,87 1,6 0,7 0,2-1,2538 15,-2595 13,-22 0,1-1,28 0,-206-13,1-1,0 1,0 0,0 1,0 0,0 0,-1 1,1 0,0 1,11 5,-21-8,1 0,-1 0,1 0,-1 0,1 0,-1 0,1 1,-1-1,1 0,-1 0,1 1,-1-1,0 0,1 1,-1-1,0 0,1 1,-1-1,0 1,1-1,-1 1,0-1,0 0,1 1,-1-1,0 1,0-1,0 1,0-1,0 1,0-1,0 1,0 0,0-1,0 1,0-1,0 1,0-1,0 1,-21 11,-32-3,-32-8,55-1,0 0,0 2,-52 11,40-6,1-2,-1-2,0-2,-54-4,-1 0,-105 6,-213-6,363-3,-63-14,-45-5,-348-39,336 45,109 14,-72-15,60 7,-79-3,95 12,1-3,-111-26,128 22,0 3,-59-5,63 10,-1-2,1-2,-49-15,63 16,0 0,0 2,-32-3,-21-3,43 6,28 4,-1 0,1 0,0-1,0 1,-1-1,1-1,0 1,0-1,0 1,1-2,-1 1,0 0,-5-5,9 7,0-1,1 0,-1 1,1-1,0 1,-1-1,1 0,-1 1,1-1,0 0,0 1,-1-1,1 0,0 0,0 1,0-1,0 0,0 0,0 1,0-1,0 0,0 0,0 1,0-1,0 0,0 0,1 1,-1-2,19-16,-12 14,-1 1,1-1,0 1,15-3,138-16,-81 14,0 3,116 7,-57 0,2829-2,-2967 0,0 0,0 1,0-1,0 0,0 0,0 0,0 0,0 0,0 0,0 0,0 0,0 0,0 0,0 0,-1 0,1 0,0 0,0 0,0 0,0 0,0 1,0-1,0 0,0 0,0 0,0 0,0 0,0 0,0 0,0 0,0 0,0 0,0 0,0 0,0 0,0 1,0-1,1 0,-1 0,0 0,0 0,0 0,0 0,0 0,0 0,0 0,0 0,0 0,0 0,0 0,0 0,-12 7,-18 4,-218 31,201-34,-1-2,0-2,-48-3,-89 7,-206 30,103-32,-44 3,-108 7,69-5,-751 4,872-28,-110-1,255 15,-15 1,-172-20,137 10,47 4,104 4,-1 0,1-1,-1 0,0 1,1-2,0 1,-1 0,1-1,0 0,-5-2,11 2,1 0,0 1,0-1,-1 1,1 0,0 0,0 0,0 0,0 0,4 0,1-1,19-5,0 1,0 1,54-3,88 10,-65 0,88-15,1-1,47 13,248 4,-145 23,-231-18,262 12,-65-7,-3-1,-252-12,344 16,-152-8,-63-5,-77 10,-61-7,53 1,12-9,91 4,-199-2,-1 0,0 0,1 0,-1 0,0 0,1 0,-1 1,1-1,-1 1,0-1,0 1,1-1,-1 1,0-1,0 1,0 0,1 0,-1 0,0 0,1 1,-3-1,1 0,-1-1,1 1,-1 0,1 0,-1 0,0-1,0 1,1 0,-1-1,0 1,0-1,0 1,1-1,-1 1,0-1,0 0,0 1,0-1,0 0,0 0,0 0,0 0,0 0,0 0,0 0,0 0,-1 0,-221 19,57-6,1 0,67-3,0-4,-115-9,58 0,-186 5,-327-4,176-24,23 4,-273-10,-161-30,524 29,57 22,-41-4,171 4,168 11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56.6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0,'10257'0'0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58.9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0,'11089'0'0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4:02.1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0,'10069'0'0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7:44:04.1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10508 147,'-1450'0,"1304"-12,10-1,-170-1,-256-36,168 40,-30-3,-123 0,333 16,79-1,-144-5,186-8,46 5,-58-1,-333 8,419 0,0 1,-31 7,-33 4,-50-15,-46 4,101 9,-16 2,53-12,-43 0,-94 15,98-3,-152 5,206-19,1 2,-1 0,1 2,-30 7,15-3,-1-2,1-2,-1-2,-55-4,-2 0,67 4,1 2,-37 7,43-5,-34 1,-1-2,-95-6,39-1,-2009 3,2104 1,1 2,0 0,0 1,-34 12,-36 7,-131 26,25 0,161-43,0 1,-35 14,54-16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4:05.7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0,'13247'0'0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4:08.1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0,'13189'0'0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4:10.8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0,'12289'0'0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7:44:19.4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1 397,'6'1,"-1"1,0 1,1-1,-1 1,0 0,0 0,0 0,0 0,4 6,3 0,30 22,-28-20,1 0,0-1,0 0,1-1,18 7,235 98,-124-61,207 48,159 2,229-4,20-52,623 29,-1273-73,1028 20,2329-24,-3012-12,8 0,2063 14,-2479 1,50 9,45 2,-92-15,-37 0,0 1,1 0,-1 1,0 1,1 0,-1 1,0 1,17 4,-30-7,-1 0,1 0,0 0,0 0,0 0,0 0,0 0,0 0,-1 0,1 0,0 1,0-1,0 0,0 0,0 0,0 0,0 0,0 0,-1 0,1 0,0 0,0 0,0 1,0-1,0 0,0 0,0 0,0 0,0 0,0 0,0 0,0 1,0-1,0 0,0 0,0 0,0 0,0 0,0 0,0 1,0-1,0 0,0 0,0 0,0 0,0 0,0 0,0 0,0 1,0-1,0 0,0 0,1 0,-1 0,0 0,0 0,0 0,0 0,0 0,0 0,0 1,0-1,1 0,-1 0,0 0,0 0,0 0,-18 5,-20-1,-27-3,35-2,0 1,0 2,-55 11,8-4,64-9,-1 1,1 0,0 1,0 1,-18 6,31-9,0 0,0 0,0 0,0 0,0 0,0 0,0 0,0 0,0 0,1 0,-1 0,0 0,0 0,0 0,0 0,0 0,0 0,0 0,0 0,0 0,0 0,1 0,-1 0,0 0,0 1,0-1,0 0,0 0,0 0,0 0,0 0,0 0,0 0,0 0,0 0,0 0,0 0,0 1,0-1,0 0,0 0,0 0,0 0,0 0,0 0,0 0,0 0,0 0,0 1,0-1,0 0,0 0,0 0,0 0,0 0,0 0,0 0,0 0,17 4,20-1,-10-3,18-1,0 3,67 11,-52-5,0-3,1-2,70-7,-12 1,1452 4,-1552-3,0-1,0-1,-1 0,0-2,0 0,33-15,32-11,-17 10,-35 11,1 1,-1 1,2 2,42-4,15-1,-64 7,0 1,27 0,100-8,12 0,-132 13,0-2,-1-1,1-1,-1-2,64-19,-7 4,-38 10,-10 1,-4 2,0-2,-1-2,38-16,-56 20,1 1,28-7,-30 9,1-1,-1 0,18-9,-32 12,0 0,0 1,-1-1,1-1,-1 1,1 0,-1 0,0-1,0 0,0 1,0-1,0 0,-1 0,1 0,-1 0,0 0,0 0,0 0,0-1,0 1,-1 0,1 0,-1-1,0 1,0 0,0-1,-1 1,1 0,-1-1,0 1,-2-5,0-3,0 1,-1 0,-1 0,0 0,0 0,-1 1,0 0,-10-12,-23-22,-2 1,-87-68,-23 18,134 83,-1 0,0 1,0 1,-21-5,-41-16,42 13,-1 1,-1 3,0 1,0 2,-68-4,91 9,1 0,-1-1,-20-9,21 8,-1-1,1 2,-22-3,-183-20,73 4,96 13,-100-6,77 11,-139-27,143 18,-1 4,-90-3,83 12,-84-11,-43 1,134 10,-77-12,49 4,0 3,-102 9,44-1,80-2,-123 15,10 0,31-5,-13 13,-156 14,166-14,-1-1,-107 16,63-6,-1-21,11-2,0 14,-267 14,366-33,-116 20,67-11,-193-6,239-7,55 2,-47 8,-37 2,-1049-10,576-4,218-17,211 11,-29-4,97 2,-194 7,144 6,97-4,-84-13,-22 4,115 9,-88-12,71 4,-1 4,-127 6,68 2,-503-3,606 2,0 0,0 2,-45 13,43-10,0-1,-48 5,-3-4,-138 31,182-30,8-1,-1-2,0 0,-29 0,-169 18,102-10,80-7,-46 1,-897-8,963-1,0 0,-30-7,-40-4,-2 13,45 1,1-3,-78-11,65 5,-1 3,0 3,-65 5,5 0,5-5,-130 4,246-2,0 0,0 0,0 0,0 0,0 1,0-1,0 1,0-1,1 1,-1-1,0 1,0 0,0 0,1 0,-1 0,0 0,1 0,-1 0,1 1,0-1,-1 1,1-1,0 1,0-1,0 1,0 0,0-1,0 1,0 0,1 0,-1 0,0 0,1 0,0-1,-1 1,1 0,0 0,0 0,0 0,1 0,-1 0,0 0,1 0,-1 0,2 3,0 2,1-1,-1 0,1 0,1 1,-1-2,1 1,0 0,0-1,1 0,-1 0,1 0,6 5,23 11,0-1,1-1,1-3,63 22,-1-7,143 26,106-3,-294-46,75 5,-67-9,64 14,-34 1,135 11,10-8,142 4,-54-1,-8-1,74-12,70 0,-95 0,-5 1,2069-14,-1935-37,3 0,-157 14,-163 6,21 9,29-2,-20 0,19-2,-21 5,-53 5,-39-8,47-2,841 14,-972 1,52 9,-52-6,51 2,108 8,-83-4,-63-6,49 13,-56-10,-1-1,57 3,-60-8,46 10,-15-2,83 14,-116-18,0 1,40 15,-45-13,1-1,1-1,43 6,-39-9,-1 1,36 12,-35-9,62 10,-29-11,165 9,-185-14,-1 2,63 14,-60-9,89 7,476-17,-588-1,0-1,0-1,-1-1,1-1,-1-1,0-1,-1 0,0-2,26-16,52-23,-74 37,1 1,0 2,1 0,0 2,1 1,47-6,339-39,-412 51,1 0,-1 0,1 0,-1 0,0 0,1-1,-1 1,0 0,1 0,-1-1,0 1,0-1,1 0,-1 1,0-1,0 0,0 1,0-1,0 0,0 0,0 0,0 0,0 0,1-2,-2 1,0 1,0 0,-1-1,1 1,0 0,-1-1,1 1,-1 0,0 0,1 0,-1-1,0 1,0 0,0 0,0 0,0 0,0 0,0 0,-1-1,-13-9,0 1,-25-14,35 22,-26-14,0 2,-66-20,37 17,32 10,-52-21,62 22,0 1,0 0,0 1,-21-2,-3 0,-131-18,-22 0,39-1,130 21,0 1,0 1,-39 2,39 0,0 0,-1-1,-34-7,15 0,0 3,-1 1,-57 4,54 1,0-2,-74-12,74 6,-72-1,-19-2,25 0,-195 8,144 5,-218-3,2415 0,-1774-13,5 1,-26-4,-149 8,163-18,-156 16,72-3,-165 13,6 0,0 0,0 0,0 0,-1-1,1 0,0 0,0 0,9-5,-12 1,-14 0,-15 1,-21 4,-1 1,-61 10,-60 3,-3500-15,3304-14,143 4,-155-12,-172-4,238 30,-289-5,400-9,-87-2,194 14,13 1,0-4,-95-13,123 9,0 2,-79 5,-51-3,150-2,-56-16,64 13,-1 1,0 1,-50-2,-634 8,691 0,0 1,-33 8,-32 2,-168 12,113-11,-10 0,13-1,7-1,31-10,13-1,-113 14,93-4,-198-8,146-4,-2447 2,2580-1,0-2,-31-6,30 4,1 1,-30 0,11 1,0-2,0-1,-53-17,52 12,1 2,-1 2,-48-2,66 7,-45-8,46 5,0 1,-28 0,26 2,-1-1,1-1,-39-11,39 8,0 1,0 1,-44-2,-1176 8,1227-4,33-4,32-5,188-15,-73 4,-102 12,114-4,-101 11,99-16,47-4,-47 11,36 0,169 0,367-22,1029 35,-1511 13,-6 0,-130-13,279 14,-276-6,-80-6,80 13,-94-10,1-2,60-1,-74-2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1:18.1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0,'15878'0'0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1:29.3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0,'21591'0'0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8:41:32.3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1 176,'41'-3,"0"-2,73-17,-73 15,1 1,47 1,-31 2,129-21,6 0,-169 20,0 0,39-13,-44 11,1 1,1 0,-1 2,34-3,-2 7,0-3,62-10,-43 4,1 2,121 8,-64 0,288-2,-453 0,2-1,0 1,0 2,-61 12,56-4,0-1,0-3,-77 4,76-8,-56 8,56-4,-54 1,84-7,-20-1,-1 2,1 1,-50 9,38-4,0-2,-1-2,1-2,-47-4,-9 0,25 3,52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8:41:35.5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0 101,'272'-2,"293"5,-391 8,72 3,267 3,-499-16,551 7,66 3,318 2,-579-16,347-16,-284 15,-46 2,-245-9,28-2,1 1,18-1,-111 14,-1 0,0-2,82-14,-103 9,0 3,83 4,64-3,-135-10,-56 9,0 0,1 1,0 0,-1 1,1 0,0 1,-1 1,14 1,28 7,1-3,54-1,-29-2,50 8,60 2,1073-14,-1096-11,-5-1,-100 10,98-18,-101 10,111-3,1 2,-2-1,-25 11,156 6,-254 2,48 12,-59-10,0-1,0-2,38 0,-37-5,-13-1,0 1,-1 1,44 8,-45-4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1:37.8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0,'18195'0'0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4:56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25699,'6547'0'0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01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26455,'12944'0'0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04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2132 1199 9830,'40'1'810,"0"-2"0,0-1 0,0-2-1,0-1 1,55-16 0,-65 10-209,1 3-1,1 0 1,-1 2 0,1 1 0,55-1-1,-60 6-118,-1-2 1,1-1-1,-1-2 0,1 0 0,36-13 0,-31 6 15,-7 1-6,0 2-1,1 1 1,0 1 0,0 1 0,0 1-1,32-1 1,-47 6-349,17 0 396,1-2 0,-1 0 0,33-8 0,-33 6-32,0 0 0,1 2-1,56 3 1,28-2-451,-110 1-64,1 0 0,-1 0 0,0-1 0,0 1 0,0-1 0,0 0 1,0 0-1,0 0 0,0 0 0,0-1 0,0 1 0,-1-1 0,1 0 0,-1 1 0,1-1 0,2-3 0,-4 3-36,1 0 0,-1 0-1,0 0 1,0 0 0,0 0 0,-1 0 0,1 0 0,0 0 0,-1 0 0,1 0-1,-1 0 1,0-1 0,0 1 0,0 0 0,0 0 0,0 0 0,0 0-1,-1-3 1,-1-3-11,0 1 0,-1-1-1,0 1 1,-1 0 0,1-1 0,-1 1-1,-1 1 1,1-1 0,-1 1-1,0 0 1,-8-8 0,-9-10-91,0-1 0,-22-36 0,-7-21-880,32 49 518,-2 1 0,-33-41 0,44 63 323,-13-17-145,-52-45 0,50 51 598,-2 1-1,-1 2 1,-58-30 0,32 18 71,41 22-231,-1 0 0,0 1 0,0 0 0,-23-6 0,-130-43 764,117 37-588,-2 2 0,1 2 0,-61-9 0,-86-15 648,177 34-845,-22-4 56,-1 1 0,1 2 0,-72 0 0,64 5-142,-57-10 0,56 4 0,-55 1 0,-943 7 0,1030 1 0,1 0 0,-1 1 0,1 1 0,-30 10 0,29-7 0,-2-2 0,1 0 0,-32 3 0,22-5 0,1 2 0,-56 16 0,11-3 0,64-14 0,0 0 0,0 0 0,0 1 0,0 1 0,1 0 0,0 0 0,0 1 0,1 0 0,0 1 0,0 0 0,1 0 0,0 1 0,0 0 0,-10 15 0,14-14 0,0 0 0,1 0 0,0 1 0,1-1 0,0 1 0,0-1 0,1 1 0,1 18 0,7 86 0,-7-114 0,1 6 0,0 0 0,1-1 0,-1 1 0,1-1 0,1 0 0,-1 1 0,1-1 0,0 0 0,1-1 0,-1 1 0,1-1 0,1 1 0,-1-1 0,0 0 0,1 0 0,0-1 0,0 0 0,1 0 0,8 5 0,8 4 0,1-2 0,0 0 0,43 12 0,-42-15 0,-6-1 0,0 1 0,-1 1 0,16 11 0,14 8 0,-29-18 0,0 2 0,20 17 0,-23-17 0,1 0 0,33 19 0,-36-24 0,-1 0 0,-1 1 0,14 13 0,27 17 0,71 44 0,-84-59 0,70 54 0,-47-31 0,-56-41 0,-1 0 0,1 1 0,-1-1 0,0 1 0,5 7 0,-7-9 0,-1 0 0,1-1 0,-1 0 0,1 1 0,0-1 0,0 0 0,1 0 0,-1-1 0,0 1 0,1-1 0,0 1 0,-1-1 0,1 0 0,0-1 0,0 1 0,0-1 0,1 1 0,4 0 0,9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06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1 379 9830,'18'-52'311,"13"-93"-349,-28 121 46,2-1-1,15-43 0,-20 68 12,0-1 1,0 1-1,0-1 0,0 1 0,0-1 0,1 1 0,-1 0 0,0-1 1,0 1-1,0-1 0,1 1 0,-1 0 0,0-1 0,1 1 0,-1 0 1,0-1-1,1 1 0,-1 0 0,0 0 0,1-1 0,-1 1 0,0 0 1,1 0-1,-1 0 0,1-1 0,-1 1 0,1 0 0,-1 0 1,0 0-1,1 0 0,-1 0 0,1 0 0,-1 0 0,1 0 0,-1 0 1,1 0-1,-1 0 0,1 0 0,0 0 0,15 17 489,6 27 239,-9-18-11,0-1 0,27 37-1,-10-16 295,-27-40-916,-1-1-1,0 0 1,0 1-1,0 0 1,-1-1-1,0 1 1,1 8-1,-2-9-33,0-1-1,1 0 1,0 1-1,0-1 1,0 0-1,0 0 1,0 0-1,1 0 1,0 0-1,0 0 1,0 0 0,4 4-1,-6-8-63,0 1 0,1-1 0,-1 0-1,0 1 1,1-1 0,-1 0 0,0 0 0,1 1-1,-1-1 1,1 0 0,-1 0 0,1 1 0,-1-1-1,1 0 1,-1 0 0,1 0 0,-1 0 0,1 0 0,-1 0-1,1 0 1,-1 0 0,1 0 0,-1 0 0,1 0-1,-1 0 1,1 0 0,-1 0 0,0-1 0,1 1 0,-1 0-1,2-1 1,12-15-27,9-34-380,-18 36 537,49-108-379,18-26-715,-70 145 990,-1 1-1,1-1 1,0 1 0,0-1 0,0 1 0,0 0-1,0 0 1,0 0 0,1 0 0,-1 0 0,1 0-1,-1 0 1,1 1 0,0-1 0,-1 1 0,1 0-1,0 0 1,0 0 0,0 0 0,0 1 0,0-1-1,0 1 1,0 0 0,0 0 0,0 0 0,0 0-1,0 0 1,0 0 0,0 1 0,0 0 0,0 0-1,0-1 1,0 2 0,0-1 0,0 0 0,-1 1-1,1-1 1,0 1 0,-1 0 0,0-1 0,1 1-1,-1 0 1,0 1 0,0-1 0,0 0 0,0 1-1,3 4 1,14 34 584,-1 1-1,-2 0 1,12 53 0,-25-79-436,-1 0 1,0 0 0,-1 22 0,-2-25-42,1-1 1,1 1-1,0-1 0,1 0 0,0 0 0,5 14 1,-2-15-114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07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1 171 9830,'23'0'468,"1"0"-1,0-2 1,-1-1-1,1-1 1,-1-1-1,0-1 1,23-9-1,-35 10-186,0-1 0,0 0 0,0 0 0,-1-1-1,0 0 1,13-14 0,-22 21-249,0-1 1,-1 0-1,0 1 0,1-1 1,-1 0-1,1 0 0,-1 1 0,0-1 1,1 0-1,-1 0 0,0 0 1,0 0-1,0 1 0,0-1 0,0 0 1,0 0-1,0 0 0,0 0 0,0 0 1,0 1-1,0-1 0,0 0 1,-1 0-1,1 0 0,0 0 0,-1 1 1,0-2-1,-21-20 614,14 17-470,0 0 0,0 1 0,0 0 0,-16-5 0,19 8-74,-1-1 0,0 1 0,0 1 0,0-1 0,0 1 0,0 0 0,0 0 0,0 1 0,0-1 1,0 1-1,0 1 0,1-1 0,-1 1 0,-11 5 0,14-5-23,-1 1 1,0-1-1,1 1 0,-1 0 1,1 0-1,0 0 0,0 0 1,0 1-1,1-1 0,-1 1 1,1 0-1,0-1 0,0 1 1,0 0-1,0 0 0,1 0 1,0 1-1,0-1 0,0 0 1,0 1-1,0 4 0,-1 9 209,1 0-1,1-1 0,1 1 1,0 0-1,1 0 0,5 18 1,-4-25-54,1 0 0,0-1 0,0 0 0,1 0 1,0 0-1,1 0 0,0-1 0,1 0 0,0-1 1,15 16-1,-7-9 303,1-1 0,0 0 0,1-1 0,33 19 0,-44-29-488,0 0 0,0-1 0,0 1-1,1-1 1,-1-1 0,1 1 0,-1-1-1,1 0 1,0 0 0,-1-1 0,1 0-1,0 0 1,0-1 0,-1 0 0,1 0-1,-1 0 1,1-1 0,-1 0 0,10-4-1,-9 2-94,-1 0-1,0-1 1,0 0 0,-1 0-1,1 0 1,8-13-1,12-10 66,-21 23-140,0 0-1,0-1 0,-1 0 1,1 0-1,-1 0 0,-1 0 0,1-1 1,-1 0-1,0 1 0,-1-1 1,0 0-1,3-12 0,-1-9-406,-1 0 0,0-30 0,-3 34-10,1 1 0,9-41 0,-6 47 484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08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 9830,'0'0'9,"0"0"0,-1 0 0,1 0-1,0-1 1,0 1 0,0 0 0,0 0 0,0-1-1,0 1 1,0 0 0,0 0 0,0-1 0,0 1 0,0 0-1,0 0 1,0-1 0,0 1 0,0 0 0,0 0 0,0-1-1,0 1 1,0 0 0,0 0 0,0-1 0,1 1-1,-1 0 1,0 0 0,0 0 0,0-1 0,0 1 0,1 0-1,-1 0 1,0 0 0,0-1 0,0 1 0,1 0 0,-1 0-1,0 0 1,0 0 0,0 0 0,1 0 0,-1-1-1,0 1 1,0 0 0,1 0 0,-1 0 0,0 0 0,0 0-1,1 0 1,-1 0 0,0 0 0,0 0 0,1 0-1,-1 0 1,0 0 0,0 0 0,1 1 0,-1-1 0,0 0-1,0 0 1,1 0 0,-1 0 0,0 0 0,1 1 0,9 14 728,11 108 1229,-17-96-1466,-1-1-1,-1 1 1,-3 35 0,3 33 778,-2-93-1242,-1 0 1,1 0 0,1 0 0,-1-1-1,0 1 1,0 0 0,1 0 0,-1 0-1,1 0 1,0 0 0,-1 0 0,1 0-1,0-1 1,0 1 0,0 0 0,0-1-1,0 1 1,1-1 0,-1 1 0,0-1-1,1 0 1,-1 1 0,1-1 0,-1 0-1,1 0 1,0 0 0,0 0 0,-1 0-1,1 0 1,0-1 0,0 1 0,0-1-1,0 1 1,0-1 0,0 0 0,0 1-1,0-1 1,0 0 0,3-1 0,7-1 179,0-1 0,0 0 1,0 0-1,-1-2 0,16-7 0,12-3 429,12 0 993,81-34 1,-79 30-711,-39 11-873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09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1 595 9830,'0'-490'0,"-1"485"52,1-1-1,0 0 1,1 1-1,0-1 1,-1 1 0,2-1-1,-1 1 1,0 0-1,1 0 1,0-1-1,1 1 1,-1 0 0,1 0-1,0 1 1,0-1-1,0 1 1,8-8-1,-5 8 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09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 9830,'29'-2'1209,"53"-9"-1,-53 6-450,51-2-1,140 8 2138,-199-1-2841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10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9830,'1'10'315,"0"0"0,1-1 1,0 1-1,1-1 0,0 1 0,8 15 0,10 37 564,-15-8 262,-3-1 1,-5 99-1,0-42 350,-1 34 441,6 151 2034,-3-294-3934,0 1 1,0-1-1,0 1 1,0-1-1,1 1 1,-1-1-1,0 1 1,1-1-1,-1 0 1,1 1-1,-1-1 1,1 0-1,0 1 1,0-1-1,-1 0 1,1 0-1,0 0 1,1 1-1,-1-2-36,0 0 0,-1-1 0,1 1 0,0 0 0,-1-1 0,1 1 1,0-1-1,-1 1 0,1-1 0,-1 0 0,1 1 0,-1-1 0,1 0 0,-1 1 0,1-1 0,-1 0 0,0 1 0,1-1 0,-1 0 0,0 0 0,0 1 0,1-1 0,-1 0 0,0 0 1,0 0-1,0 1 0,0-1 0,0 0 0,0 0 0,0 0 0,0 1 0,-1-2 0,5-43-759,-4-65-1,-2 63-25,7-55 0,-3 86 620,0 1 0,1-1 0,1 1 0,1 0-1,0 0 1,0 1 0,13-23 0,-14 31 177,-1-1 1,1 1-1,1-1 1,-1 1-1,1 0 1,0 1-1,12-10 0,-13 12 37,0 1-1,0 0 1,1 0-1,-1 0 1,1 1-1,-1 0 1,1 0-1,-1 0 1,1 0-1,0 1 1,-1-1-1,1 1 1,0 1-1,6 0 1,-5-1 8,0 1-1,1 0 1,-1 0 0,0 0 0,-1 1-1,1 0 1,0 0 0,0 0 0,-1 1-1,1 0 1,-1 0 0,0 0 0,0 1 0,0 0-1,0 0 1,-1 0 0,1 1 0,-1-1-1,0 1 1,-1 0 0,1 0 0,-1 0-1,0 1 1,0-1 0,-1 1 0,1-1-1,1 11 1,2 11 165,-1-1-1,-1 1 1,-2 0 0,-1-1-1,-2 29 1,1-53-205,1 20 221,2-1-1,0 1 1,1-1 0,9 30-1,-13-51-231,0 0 0,0-1 0,0 1 0,0 0-1,0-1 1,1 1 0,-1 0 0,0-1 0,0 1 0,0 0 0,0 0-1,0-1 1,1 1 0,-1 0 0,0 0 0,0-1 0,1 1-1,-1 0 1,0 0 0,0-1 0,1 1 0,-1 0 0,0 0 0,1 0-1,-1 0 1,0-1 0,0 1 0,1 0 0,-1 0 0,0 0 0,1 0-1,-1 0 1,0 0 0,1 0 0,-1 0 0,0 0 0,1 0 0,-1 0-1,0 0 1,1 0 0,-1 0 0,0 0 0,1 0 0,-1 1-1,0-1 1,1 0 0,-1 0 0,0 0 0,0 0 0,1 1 0,-1-1-1,0 0 1,1 0 0,-1 1 0,0-1 0,0 0 0,0 0 0,1 1-1,-1-1 1,0 0 0,0 1 0,0-1 0,0 0 0,0 1 0,0-1-1,0 0 1,1 1 0,3-12-43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11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121 132 9830,'4'0'98,"0"1"-1,0-1 1,0 0-1,0 1 1,0 0 0,0 0-1,-1 0 1,1 0-1,0 1 1,0 0 0,-1-1-1,1 1 1,-1 1-1,0-1 1,1 0 0,-1 1-1,0 0 1,0-1-1,-1 1 1,1 0 0,-1 1-1,1-1 1,-1 0-1,0 1 1,0-1 0,0 1-1,-1 0 1,0-1-1,1 1 1,-1 0 0,1 8-1,2 11 268,-2 0 0,0 0-1,-1 0 1,-4 34 0,1-18 258,7 19 361,-5-58-971,0 0 1,0 1 0,0-1-1,0 0 1,0 0 0,0 0 0,0 0-1,0 0 1,0 1 0,0-1 0,0 0-1,0 0 1,0 0 0,0 0-1,0 0 1,0 1 0,0-1 0,0 0-1,0 0 1,0 0 0,-1 0 0,1 0-1,0 0 1,0 1 0,0-1 0,0 0-1,0 0 1,0 0 0,0 0-1,-1 0 1,1 0 0,0 0 0,0 0-1,0 0 1,0 0 0,0 0 0,0 0-1,-1 1 1,1-1 0,0 0 0,0 0-1,0 0 1,0 0 0,0 0-1,-1 0 1,1 0 0,0 0 0,0-1-1,0 1 1,0 0 0,0 0 0,-1 0-1,1 0 1,0 0 0,0 0-1,0 0 1,0 0 0,0 0 0,-1 0-1,-12-10 226,-10-13-164,-30-27 341,39 38-299,0 0 0,1-2-1,-14-17 1,12 11 118,8 11-283,0 0 1,1 0-1,0-1 1,-6-13 0,10 18 9,1 1 0,0-1 1,0 1-1,0-1 1,0 1-1,1-1 1,0 0-1,0 1 1,0-1-1,0 1 1,1-1-1,0 0 1,0 1-1,2-6 1,2 0 87,0 0 1,1 0 0,0 0-1,1 1 1,-1 0 0,2 0-1,0 1 1,0 0 0,0 0-1,1 1 1,16-11 0,15-14 307,-29 22-326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12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1 9830,'6'7'252,"0"0"1,0 0-1,0 1 1,-1 0-1,-1 0 0,1 1 1,-1-1-1,-1 1 0,5 14 1,1 12 557,5 43 0,-1-6 425,-8-43-617,-1 1 0,1 36 0,5 44 940,-7-86-1213,10 39 539,-12-60-813,0 0 0,0 1 0,0-1 0,0 0 0,1 0 0,0 0 0,-1 0 0,1 0 0,0 0 0,1 0 0,-1-1 0,0 1 0,1-1 0,3 4 0,-5-6-55,-1 0 1,1 1 0,0-1 0,-1 1 0,1-1 0,-1 0-1,1 0 1,0 1 0,0-1 0,-1 0 0,1 0-1,0 0 1,-1 0 0,1 0 0,0 0 0,-1 0-1,1 0 1,0 0 0,0 0 0,-1 0 0,1 0-1,0 0 1,-1-1 0,1 1 0,0 0 0,-1-1 0,1 1-1,0 0 1,-1-1 0,2 0 0,9-22-132,-5-33-423,-6 55 542,1-38-311,1 14 52,0 0 1,-3 0-1,0 0 0,-1 0 1,-1 0-1,-13-46 1,14 65 291,-1 0 1,0 0-1,0 1 0,0-1 1,0 1-1,-1 0 1,0 0-1,0 0 0,0 1 1,-1-1-1,-7-5 1,10 9-7,0 0 0,-1-1 0,1 1 0,0 0 0,-1 0 0,1 0 0,0 1 0,-1-1 0,1 1 0,-1-1 0,1 1 0,-1 0 0,0 0 0,1 0 0,-1 0 1,1 0-1,-1 1 0,1-1 0,-1 1 0,1 0 0,0-1 0,-1 1 0,1 0 0,0 0 0,-1 1 0,1-1 0,0 0 0,0 1 0,0 0 0,-2 1 0,-8 9 177,0 1 0,1 0-1,1 1 1,0 0-1,1 1 1,-11 23-1,-6 8 325,15-25-215,1 1 0,1 0 0,-10 36-1,12-34-1,-1 0-1,-1-1 1,-15 27-1,23-48-287,-1 0 0,1 0-1,0 0 1,0 0-1,-1 0 1,2 0-1,-1 0 1,0 1-1,0-1 1,1 0-1,-1 0 1,1 1-1,0-1 1,-1 0 0,1 1-1,0-1 1,1 1-1,-1-1 1,0 0-1,1 1 1,-1-1-1,1 0 1,1 4-1,0-4 5,0 0-1,0 0 0,0 0 0,0 0 0,0-1 0,1 1 1,-1-1-1,0 0 0,1 1 0,-1-1 0,1 0 0,0 0 1,-1-1-1,1 1 0,0-1 0,-1 1 0,4-1 0,7 1 93,0-1 1,-1 0-1,1-1 0,-1 0 0,1-1 0,-1-1 0,23-7 0,-28 7-154,-1-1-1,0 0 0,0 0 1,-1 0-1,1-1 0,-1 0 1,0 0-1,0 0 0,-1 0 1,1-1-1,-1 0 0,-1 0 1,1 0-1,-1-1 0,0 1 1,4-12-1,0-4-359,-1 1-1,-1-1 1,-1 0-1,2-25 1,-5 35 204,0 0 0,-1 1 0,0-1 1,-1 0-1,-4-20 0,4 28 193,0-1 1,-1 1-1,0-1 0,0 1 0,0-1 1,0 1-1,-1 0 0,0 0 1,0 0-1,0 0 0,0 1 0,0-1 1,-1 1-1,0 0 0,1 0 1,-8-4-1,-3-2 86,2 0-73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14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531 2 9830,'-42'-1'1043,"17"0"-471,0 1 0,-34 5 1,52-4-421,-1 1 0,0 0 1,0 0-1,1 1 0,-1 0 1,1 0-1,0 1 0,0 0 1,0 0-1,0 1 0,-8 7 0,3-2 205,1 1 0,1 0 0,-1 1-1,2 0 1,0 0 0,-13 24 0,19-31-253,0 1 1,1 0-1,0 0 1,0 1-1,1-1 1,0 0-1,0 0 1,0 1-1,0-1 1,1 1-1,0-1 1,1 0-1,0 1 1,0-1-1,0 0 1,0 1-1,1-1 1,0 0-1,3 6 1,2-3 100,-1 0 0,1 0 0,1-1 0,-1 0 0,2-1 0,-1 0 0,1 0 0,0-1 0,0 0 0,0 0 0,13 5 0,36 25 1075,-24-12-483,-24-18-556,-1 0 0,0 1 1,0 0-1,0 1 0,-1-1 1,8 11-1,-15-16-180,1 1-1,0 0 1,-1 0 0,1 0 0,-1 0 0,0 1 0,0-1 0,0 0-1,0 0 1,-1 1 0,0-1 0,1 0 0,-1 1 0,0-1-1,0 0 1,-1 1 0,1-1 0,-1 0 0,0 1 0,0-1 0,0 0-1,0 0 1,0 0 0,-1 0 0,-2 4 0,-1 1 107,0-1-1,-1 1 1,0-1 0,0-1 0,0 1 0,-1-1-1,-9 6 1,-23 24 783,-13 6-547,10-10-424,25-20 20,1 0 0,-2-1 0,1-1 0,-1-1 0,-1 0 0,0-2 0,-20 6 0,22-7 0,14-4 0,-1-1 0,1-1 0,0 1 0,-1 0 0,1-1 0,0 0 0,-1 0 0,1 0 0,-1 0 0,1 0 0,0-1 0,-1 1 0,1-1 0,0 0 0,-1 0 0,1 0 0,0-1 0,0 1 0,0-1 0,0 0 0,0 1 0,0-1 0,1-1 0,-1 1 0,1 0 0,-1-1 0,-2-3 0,-4-6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16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0 151 9830,'105'2'2869,"159"-4"510,-173-9-1720,51-2 455,117 12 1466,284-13 2479,-17-22-6059,-197 12 0,-201 14 0,99-4 0,899 15 0,-1163-1 0,1-2 0,-55-11 0,26 5 0,-1 3 0,-129 6 0,70 2 0,-177-6 0,-331 6 0,260 36 0,41-3 0,-71 13 0,230-23 0,-275 64 0,399-70 0,46-19 0,1 0 0,0 0 0,0 0 0,0 1 0,0-1 0,0 1 0,0-1 0,0 1 0,0 0 0,1-1 0,-1 1 0,1 0 0,-1 0 0,1 0 0,0 1 0,0-1 0,0 0 0,-2 4 0,4-5 0,-1 0 0,0 1 0,1-1 0,-1 0 0,1 0 0,-1 0 0,1 0 0,-1 0 0,1 0 0,0 0 0,0-1 0,-1 1 0,1 0 0,0 0 0,0 0 0,0-1 0,0 1 0,0 0 0,0-1 0,0 1 0,0-1 0,0 1 0,0-1 0,0 0 0,2 1 0,34 9 0,-31-8 0,34 4 0,1-1 0,0-1 0,68-5 0,-65 1 0,-1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45:18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1343 28 9830,'-34'0'928,"-1"1"-177,-1-2 0,1-1 0,-55-11 0,52 7 41,0 2 1,0 1-1,-75 5 0,32 0 299,57-1-546,-1 2 0,-30 7 1,-12 1 462,-3-1 43,30-3-45,-70 1-1,6-7 394,-109-4 1462,135-15-1605,60 14-1202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08.3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3865 1182 8192,'34'73'0,"2"-1"0,57 82 0,218 339 0,-165-286 0,-74-104 0,-47-72 0,-2 1 0,-2 1 0,-1 1 0,-1 1 0,-2 1 0,14 40 0,-21-38 691,11 77 1,-19-92 673,-2-1 1,-2 37-1,2-57-1195,0 1-1,0-1 1,0 0 0,0 0-1,-1 0 1,1 0 0,-1 0-1,0 0 1,1 0 0,-1 0-1,0 0 1,0 0 0,0 0-1,-1 0 1,1 0 0,0-1-1,-1 1 1,1-1 0,-1 1-1,1-1 1,-1 1 0,0-1-1,1 0 1,-1 0 0,0 0-1,0 0 1,0 0 0,0 0-1,0 0 1,0-1 0,0 1-1,0-1 1,0 1 0,-1-1-1,1 0 1,0 0 0,0 0-1,0 0 1,0 0 0,-1-1-1,1 1 1,0-1 0,0 1-1,0-1 1,-3-1 0,-11-4 768,0 0 0,0-1 1,0-1-1,-19-13 0,28 18-891,-182-93-47,25 15 0,38 18-1404,-171-60 1,226 95 1239,-95-30 164,-81-34 0,117 35 1485,-144-42 1,-377-112-1486,62 38-3356,-373-114 6327,788 234-3665,92 30-358,-82-35 1,83 13 353,10 5 837,66 37-363,1 1 0,0-1 1,0 1-1,0-1 1,0-1-1,1 1 1,-1 0-1,1-1 1,0 0-1,0 0 0,0 0 1,1 0-1,-1 0 1,1 0-1,-3-9 1,-1-5-1966,0-1 1,-4-34 0,7 35 1083,-1 1 1,-9-30-1,6 29 1037,1-1-1,1 0 0,1 0 0,1 0 0,-2-34 1,5 8-139,6-61 1,-4 94 206,0 0 0,1 1 0,1-1 0,0 1 0,1-1 0,0 1 0,0 1 0,1-1 0,1 1 0,0 0 0,0 0 0,1 1 0,0 0 0,12-10 0,13-10 0,1 2 0,59-35 0,-19 17 871,55-37 1229,-101 63-3007,41-20 0,3-3-250,130-76 4018,-152 92-5746,1 0 6090,-39 17-2645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10.3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9541 1203 8192,'-24'-2'4225,"0"-2"1,0 0-1,-37-11 1,24 5-3106,-8 2-1120,-1 3 0,1 1 0,0 2 0,-51 5 0,3-1 0,76-2-118,-1 2 1,0 0 0,1 2 0,-1-1 0,1 2-1,0 1 1,0 0 0,-17 9 0,-20 13-766,-52 37 0,1-1 348,65-38-3941,-48 45 3550,36-28-5786,26-23 6782,1 1-1,1 1 1,1 0 0,0 2 0,-24 35 0,43-52 306,1 0 0,0 0 0,0 0 1,0 1-1,1-1 0,0 1 1,1 0-1,-1-1 0,1 1 0,1 0 1,0 0-1,0-1 0,0 1 0,1 0 1,0 0-1,1-1 0,-1 1 1,1 0-1,5 9 0,-4-8 94,1 0 1,0 0-1,1 0 0,0-1 1,0 0-1,1 0 1,0 0-1,0-1 0,1 1 1,0-2-1,0 1 0,1-1 1,0 0-1,0-1 0,9 6 1,33 14-471,-26-12 0,1-1 0,0-2 0,0 0 0,29 6 0,-7-5 0,8 1 0,0-1 0,98 5 0,-31-4-1579,-82-6 690,52 0 1,-5-6-1828,76-1-264,-56 1-5786,-107 0 8762,0 0 0,0 0 1,0 0-1,0 0 0,-1 0 0,1 0 0,0 0 0,0 0 0,0 0 1,0 0-1,0 0 0,0-1 0,0 1 0,0 0 0,0 0 0,0 0 1,0 0-1,0 0 0,0 0 0,0 0 0,0 0 0,0 0 0,0 0 1,0 0-1,0 0 0,0 0 0,0-1 0,0 1 0,0 0 0,1 0 1,-1 0-1,0 0 0,0 0 0,0 0 0,0 0 0,0 0 0,0 0 1,0 0-1,0 0 0,0 0 0,0 0 0,0 0 0,0 0 0,0 0 1,0 0-1,0 0 0,0 0 0,0 0 0,1 0 0,-1 0 0,0 0 1,0 0-1,-11-6-47,-17-4 102,-6 6-51,-1 1 0,-48 4 0,53 0 0,-1-1 0,1-1 0,-50-9 0,19 1 0,0 2 0,0 4 0,-101 5 0,41 0 0,-2588-2 0,2681 2 0,1 0 0,-28 7 0,27-4 0,-52 3 0,74-7 0,-1-1 0,1 1 0,0-2 0,0 1 0,0-1 0,-1 1 0,1-2 0,0 1 0,0-1 0,0 0 0,1 0 0,-1 0 0,0-1 0,1 0 0,0 0 0,-1-1 0,1 1 0,0-1 0,1 0 0,-1-1 0,1 1 0,0-1 0,0 1 0,0-1 0,-3-6 0,-21-28 990,-2 1 0,-59-56 1,54 56 916,1-2 1,-40-61-1,61 83-1781,-34-52-122,-7-10 246,15 29 6127,-105-138-4938,97 123-2467,-2 3 0,-109-109 0,80 95 2178,-31-47-4595,-39-41-109,-6 11 2706,-8-8-6260,24 42 7108,34 32 0,89 74 0,11 9 0,-1 0 0,0 0 0,0 0 0,-1 1 0,1 0 0,-1 0 0,0 0 0,0 0 0,0 1 0,-13-5 0,18 9 0,0-1 0,1 0 0,-1 0 0,0 1 0,0-1 0,1 0 0,-1 1 0,0-1 0,1 1 0,-1-1 0,1 1 0,-1-1 0,0 1 0,1 0 0,-1-1 0,1 1 0,0-1 0,-1 1 0,1 0 0,-1 0 0,1-1 0,0 1 0,0 0 0,-1 0 0,1-1 0,0 1 0,0 0 0,0 0 0,0-1 0,0 1 0,0 0 0,0 1 0,0 28 0,5-2 0,2 0 0,1-1 0,1 1 0,1-2 0,26 48 0,-17-33 0,210 405 0,-120-253 0,45 74 0,75 109 0,-213-352 653,-2 1 1,0 0 0,-2 1 0,0 0-1,-2 0 1,-1 2 0,-1-1 0,-2 1-1,0 0 1,-2 0 0,1 57 0,-4-76-540,-1-1 0,-1 0 0,0 0 0,0 0 0,0 1 0,-1-1 0,0-1 0,-6 14 0,6-17-142,-1 1 1,0-1 0,0 0 0,0 0-1,-1-1 1,1 1 0,-1-1-1,0 0 1,0 0 0,0 0 0,-1 0-1,1-1 1,0 1 0,-1-1 0,-7 2-1,-12 4 827,-1-1 0,0-1 0,0-1 0,-1-1 0,-36 1 0,-131-11 3995,127-2-4794,-108-29 0,146 30 0,-422-90-560,234 56-2185,-357-70 2694,158 35-5173,352 65 4964,-348-55-1067,-303-56-3976,329 61 3977,236 36 1135,78 15-16,0-2 0,1-4 0,1-3 0,-84-34 0,132 44 207,13 6 0,1 0 0,-1 0 0,1 0 0,0-1 0,0-1 0,-10-7 0,16 10 0,0 1 0,0 0 0,0-1 0,0 1 0,0-1 0,0 1 0,0-1 0,1 0 0,-1 1 0,1-1 0,-1 0 0,1 0 0,-1 1 0,1-1 0,0 0 0,0 0 0,0 1 0,0-1 0,0 0 0,1 0 0,-1 1 0,0-1 0,1 0 0,-1 1 0,1-1 0,0 0 0,-1 1 0,1-1 0,0 1 0,0-1 0,0 1 0,0-1 0,0 1 0,1 0 0,1-3 0,10-11 0,1 0 0,1 1 0,0 0 0,1 1 0,0 1 0,27-15 0,117-53 0,-43 25 0,-33 8 0,-45 25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10.9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 0 8192,'0'4'0,"0"6"0,0 5 0,0 4 0,0 4 2971,0 1-2971,0 1 0,0 0 0,0 1 0,-4-1 5848,-1 0-5848,-1 0 0,-2-5 0,-8 14 9203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12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2718 122 8192,'0'-5'1456,"0"0"0,1 0 1,-1 1-1,1-1 0,1 0 1,-1 0-1,1 0 0,2-4 1,-4 8-1353,0 0 1,1 0-1,-1 0 1,1 0-1,0 0 1,-1 0 0,1 1-1,-1-1 1,1 0-1,0 1 1,0-1-1,-1 0 1,1 1 0,0-1-1,0 1 1,0-1-1,0 1 1,0-1-1,0 1 1,0 0 0,0-1-1,0 1 1,0 0-1,0 0 1,0 0 0,0 0-1,0 0 1,0 0-1,0 0 1,0 0-1,0 0 1,0 0 0,0 1-1,0-1 1,0 0-1,-1 1 1,1-1-1,0 1 1,0-1 0,0 1-1,0-1 1,0 1-1,-1-1 1,1 1-1,0 0 1,1 1 0,1 1-105,-1 0 0,1 1 0,0-1 0,-1 1 0,0 0 0,0 0 0,0 0 0,0 0 0,-1 0 0,0 0 0,0 0 0,0 0 0,0 1 0,0-1 0,-1 0 0,0 1 0,0-1 0,-1 8 0,1-1 0,-2-1 0,1 1 0,-1-1 0,-1 0 0,0 0 0,-7 17 0,3-14 0,0 0 0,-1 0 0,0-1 0,-1 0 0,-1 0 0,0-1 0,0 0 0,-1-1 0,0 0 0,-18 11 0,-14 18 0,35-30 0,0-1 0,-1 0 0,-15 11 0,-113 60 0,118-69 0,-1-2 0,0 0 0,0-1 0,-1-1 0,-27 4 0,-98 13 0,71-13-1711,35-4-1396,-65 2-1,65-7 2593,18 0 495,-1-1 1,1-1 0,0-1 0,-31-7 0,47 8 48,-1-1 0,1-1 0,0 1 0,0-1 0,0 0 0,1 0 0,-1-1 0,1 0 0,-1 0 0,1 0 0,0 0 0,1-1 0,-1 0 0,1 0 0,0 0 0,0-1 0,1 1 0,0-1 0,-4-8 0,1 0 468,0 0 0,1 0 1,1 0-1,0-1 0,1 0 1,1 1-1,-2-30 0,5 35-232,-1 0 1,1 0-1,0 0 0,1 0 0,0 0 1,1 0-1,0 1 0,0-1 0,1 1 0,0-1 1,0 1-1,1 1 0,0-1 0,7-7 1,10-8-266,0 2 0,2 1 0,45-31 0,-46 35 0,6-2 0,1 1 0,43-18 0,-1 2 0,-60 27 0,1 1 0,0 0 0,16-2 0,-26 6 0,-65 36 0,-17-13-1409,-137 18 1,114-24 869,-35-2 539,25-4 0,-51 2-5329,4 0 4662,-110 16 592,153-20-7310,-208 37 7386,192-23-203,104-18-15,8-1 58,0 0 1,-1 1 0,1 1-1,-38 15 1,56-19 158,0 0 0,-1 0 0,1 0 0,0 1 0,0-1 0,0 1 0,0 0 0,0-1 0,0 1 0,0 0 0,1 0 0,-1 0 0,1 0 0,-1 0 0,1 1 0,0-1 0,0 0 0,0 1 0,0-1 0,0 1 0,0-1 0,1 1 0,-1-1 0,1 1 0,0-1 0,0 1 0,0-1 0,0 1 0,0 0 0,0-1 0,1 1 0,-1-1 0,1 1 0,0-1 0,0 1 0,0-1 0,0 0 0,2 4 0,5 8 0,0 1 0,1-2 0,1 1 0,20 20 0,-18-20 0,29 29 0,3-2 0,1-1 0,1-3 0,70 42 0,166 95 0,-207-123 0,140 73 0,-189-115 0,17 5 0,-42-13 0,1-1 0,-1 1 0,0 0 0,1-1 0,-1 1 0,1 0 0,-1 0 0,0 0 0,0 0 0,1 0 0,-1 0 0,0 0 0,0 1 0,0-1 0,0 0 0,-1 0 0,1 1 0,0-1 0,0 3 0,-1-3 46,0 0 1,0-1-1,-1 1 0,1 0 1,0 0-1,-1 0 1,1-1-1,-1 1 1,1 0-1,-1-1 0,1 1 1,-1 0-1,0-1 1,1 1-1,-1-1 0,0 1 1,1-1-1,-1 1 1,0-1-1,0 1 1,1-1-1,-1 0 0,0 1 1,0-1-1,0 0 1,0 0-1,1 0 1,-1 0-1,0 1 0,0-1 1,-1-1-1,-29 4 1440,7-6-1877,1-1 0,-1-1 0,1-1 0,1-1 1,-24-10-1,-19-6-235,25 8 626,1-2 0,0-2 0,-41-27 0,-40-19 0,91 49 0,0-2 0,2-1 0,-35-29 0,43 29 0,4 2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13.1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221 1 8192,'-15'0'3870,"3"0"-1872,0 0-1,1 0 1,-1 2 0,-16 2 0,24-3-1738,0 1 0,0 0 0,0-1 0,0 1 1,0 1-1,1-1 0,-1 0 0,0 1 0,1 0 0,0 0 1,0 0-1,0 0 0,0 0 0,0 1 0,-3 5 1,-4 8-967,1 0 0,0 1 0,1 1 0,1-1 0,1 1 0,1 1 0,0-1 0,-2 29 0,2 15-3917,5 84 0,1-65 3411,1-65 1098,1 0 0,1 1-1,0-1 1,1-1 0,1 1-1,1-1 1,0 0-1,1 0 1,13 17 0,-6-5 47,-8-15 67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14.5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3054 517 8192,'1'-3'119,"0"-1"0,-1 1 0,1-1 0,1 0 0,-1 1 0,0 0 0,1-1 0,0 1 0,0 0 0,0 0 0,0 0 0,0 0 0,5-4 0,36-33 1570,-43 39-1688,122-107 5482,-10 25-5483,-77 58-2119,71-36 0,-70 43 586,-1-2-1,42-32 0,-67 45 1534,0 0 0,1 1 0,0 0 0,0 1 0,0 0 0,1 0 0,-1 2 0,1-1 0,0 1 0,23-2 0,10 2 0,75 5 0,-44 0 0,-61 0 0,1 1 0,-1 1 0,0 0 0,0 1 0,0 0 0,-1 1 0,0 1 0,0 0 0,18 13 0,-3-3 0,63 45 0,-12-7 0,-48-32 0,0 1 0,-2 1 0,-1 2 0,-1 1 0,35 47 0,-52-63 0,6 10 0,27 48 0,-14-21 0,-27-46 183,-1 0 1,0 0 0,0 0 0,0 1-1,-1-1 1,1 0 0,-1 1 0,0-1-1,0 1 1,0 0 0,0-1 0,0 1-1,-1 0 1,0 0 0,0-1 0,0 1-1,0 0 1,0 0 0,-1-1 0,0 1-1,0 0 1,0-1 0,-2 6 0,0-5 36,1-1 1,-1 1-1,0-1 1,0 0-1,-1 0 1,1 0-1,-1-1 1,1 1-1,-1-1 0,0 0 1,0 0-1,0 0 1,0 0-1,0-1 1,0 0-1,0 0 1,-1 0-1,1 0 1,-9 0-1,-64 9 1944,34-4 732,-62 1 1,52-4-3396,0 1-1,-55 14 1,54-9-238,-105 6 1,57-16 1813,12 0-4540,-163 17 0,-4 14 3215,84-25-7460,131-5 7708,-54-2 0,-151 18 0,167-8 0,-136-5 0,122-4 0,91 1 39,0 0 1,0 0-1,0 0 0,0 0 1,0 0-1,0-1 0,0 1 1,0-1-1,0 0 1,0 0-1,1 0 0,-1 0 1,0 0-1,1-1 1,-1 1-1,1-1 0,-1 0 1,1 0-1,0 0 1,0 0-1,-3-3 0,2 0 95,1 0 0,0 0 1,0 0-1,1 0 0,-1-1 0,1 1 0,0 0 0,1-1 0,-1 1 0,1 0 0,1-8 1,-1-41 372,5-141-134,-2 181-345,0 0-1,1 0 1,1 0 0,0 1 0,1-1-1,0 1 1,1 1 0,1-1 0,14-17 0,24-47 79,-41 68 1094,1 0 0,0 0 1,14-15-1,-15 17 134,1 1 0,0-1 0,-1 0 0,-1-1-1,8-14 1,-16 22 132,-11 11-1101,-12 12-732,-12 12 366,-1-3 0,-2-1 0,-89 49 0,92-60 0,25-13 0,1 0 0,-1 1 0,1 0 0,0 1 0,1 0 0,-14 13 0,24-19 0,0 0 0,-1 0 0,1 0 0,1 0 0,-1 0 0,0 1 0,1-1 0,-1 1 0,1-1 0,0 1 0,0-1 0,1 1 0,-1-1 0,1 1 0,-1 0 0,1-1 0,0 1 0,1 0 0,-1 0 0,1-1 0,-1 1 0,1-1 0,0 1 0,1-1 0,-1 1 0,0-1 0,1 1 0,0-1 0,0 0 0,0 0 0,4 4 0,1 3 0,1-1 0,0-1 0,0 1 0,1-1 0,17 12 0,-16-14 0,-1 1 0,-1 0 0,1 1 0,-1 0 0,-1 0 0,12 16 0,-11-11-469,-2 0 1,1 1 0,-2-1 0,0 1 0,0 1 0,4 23-1,-8-29 82,1 0 0,-1 1-1,-1-1 1,0 1 0,0 0-1,-1-1 1,0 1 0,-1-1-1,0 0 1,-1 1 0,-4 11-1,3-16 311,1 0-1,-1 0 0,0-1 0,-1 1 0,1-1 1,-1 0-1,0-1 0,0 1 0,0-1 1,0 0-1,0 0 0,-1-1 0,-8 4 1,-28 16 251,26-13 150,-1 0 0,1-2 0,-1 0 0,0 0 0,-1-2 0,0 0 0,-29 3 0,-28 9 440,36-8-1566,-1-1-1,-1-2 1,-43 1 0,65-6 1040,-78 10-238,50-5 0,-52 0 0,19-8-1195,1-5-1,0-3 0,-90-22 0,-225-88-3588,325 96 4784,2-4 0,1-3 0,1-2 0,2-3 0,-113-86 0,171 117 0,1 1 0,0-1 0,1 1 0,-1-1 0,1-1 0,0 1 0,0 0 0,1-1 0,-1 1 0,1-1 0,0 0 0,1 0 0,0 0 0,0 0 0,0 0 0,0 0 0,1 0 0,0 0 0,1-10 0,0 6 0,0 0 0,1 1 0,0-1 0,1 1 0,0-1 0,0 1 0,1 0 0,0 0 0,0 0 0,1 1 0,9-12 0,24-26 0,3 3 0,1 0 0,58-43 0,-73 68 0,49-24 0,-23 13 0,33-8 0,-9 5 0,-59 21-45,32-15-33,-48 25 116,0 0-1,1 0 1,-1 0 0,0 0 0,1 1 0,-1-1 0,1 1 0,-1 0 0,1 0 0,-1 0 0,1 0 0,0 0 0,-1 0-1,1 1 1,-1-1 0,0 1 0,4 1 0,-6-2 1,1 1 1,-1-1-1,1 1 0,-1-1 1,1 1-1,-1 0 0,1-1 1,-1 1-1,1 0 0,-1 0 1,0-1-1,1 1 0,-1 0 1,0 0-1,0-1 0,0 1 1,0 0-1,1 0 0,-1 0 1,0 0-1,0-1 0,-1 1 1,1 0-1,0 0 0,0 0 1,0-1-1,0 1 0,-1 0 1,1 0-1,0-1 0,-1 1 1,1 0-1,-1-1 0,1 1 1,-1 0-1,1-1 0,-1 1 1,1 0-1,-2 0 0,-26 32 1091,22-27-1036,-138 134-3308,123-121 3072,-130 97 142,96-69 0,-147 132 0,186-163 0,0 1 0,1 1 0,-18 26 0,29-36 0,0-1 0,0 1 0,1 0 0,-1 0 0,2 1 0,-1-1 0,1 1 0,1-1 0,-1 1 0,1-1 0,1 1 0,0 12 0,1-17 0,0 0 0,0 0 0,1 0 0,-1 0 0,1 0 0,0 0 0,0-1 0,0 1 0,1-1 0,-1 1 0,1-1 0,0 0 0,-1 0 0,2 0 0,-1 0 0,0 0 0,0-1 0,1 0 0,0 0 0,-1 1 0,1-2 0,0 1 0,4 1 0,4 2 0,1-1 0,0 0 0,0 0 0,0-1 0,0-1 0,15 1 0,31-1 0,-1-2 0,1-3 0,-1-2 0,0-3 0,0-3 0,-1-2 0,-1-2 0,77-32 0,-47 10 0,-18 10 0,-1-3 0,-1-2 0,79-55 0,-7-32 0,-122 103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15.0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1207 170 8192,'-36'-4'13736,"12"-2"-9450,-4 0-4286,1 1 0,-1 2 0,0 0 0,-48 3 0,38 0 0,-64-7 0,-16-6-2580,-1 6 1,-133 9 0,77 1 965,136-2 1845,-25 0-2768,26-8-3625,37 7 6156,1 0 0,-1 0 0,1 0 0,-1 0 1,0 0-1,1 0 0,-1 0 0,1-1 1,-1 1-1,0 0 0,1-1 0,-1 1 1,1 0-1,-1-1 0,1 1 0,-1 0 1,1-1-1,-1 1 0,1-1 0,0 1 0,-1-1 1,1 1-1,0-1 0,-1 1 0,1-1 1,0 0-1,-1 1 0,1-1 0,0 1 1,0-1-1,0 0 0,0 1 0,0-1 1,0 0-1,15-18-45,33-7 102,20 9-51,0 3 0,108-9 0,-144 20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16.5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0 8192,'-3'119'9591,"1"7"-3520,7-3-3711,7-58-2360,-7-47 0,-2 0 0,2 27 0,7 60 0,-6-72 0,1 49 0,-7-44 0,-1 7 0,3 1 0,11 70 0,-8-83 0,1 43 0,-5-46 0,2 0 0,6 30 0,16 86 0,-21-127 0,0-1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18.6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3569 22 8192,'70'-10'4717,"-59"8"-2865,0 0-1,1 0 1,-1 1-1,19 0 1,-25 2-1500,1 0 1,0 0 0,0 0-1,0 1 1,-1 0-1,1 0 1,6 4 0,157 100 873,-156-99-1226,0 1 0,-1 0 0,0 1 0,-1 0 0,0 1 0,0 0 0,-1 1 0,17 23 0,-23-28 0,0 0 0,0 0 0,-1 0 0,0 1 0,0 0 0,0-1 0,-1 1 0,0 0 0,-1 0 0,1 0 0,-1 1 0,0-1 0,-1 0 0,0 0 0,0 1 0,-1-1 0,0 0 0,0 0 0,0 0 0,-4 8 0,3-10 0,-1 0 0,0-1 0,0 1 0,0-1 0,0 0 0,-1 0 0,0 0 0,0 0 0,0-1 0,0 0 0,0 1 0,-1-2 0,0 1 0,1 0 0,-1-1 0,0 0 0,-6 2 0,-14 4 0,0-1 0,-31 5 0,45-10 0,-42 5 0,-1-2 0,0-3 0,-65-5 0,6 0 0,74 3-417,-87-3-4209,112 2 3894,0-1 1,1 0-1,-1-2 0,0 1 0,1-2 0,-22-9 0,32 12 609,1 1-1,-1-1 1,1 1-1,0-1 1,0 0-1,0 0 1,0 0-1,0 0 1,0 0-1,0 0 1,0-1-1,1 1 1,-1 0-1,1-1 1,0 1-1,0-1 1,0 0-1,-1-3 1,1 1-163,0 0-1,1-1 1,0 1 0,0-1 0,0 1-1,0-1 1,1 1 0,2-11-1,3-1-299,0 0-1,1 0 0,0 0 0,16-24 1,3-70 17515,-33 113-15836,-54 16-1030,28-7-219,-1-1 0,0-2 1,-68 7-1,-258-14-8675,178-2 2654,151-1 5506,-51-9 0,-22-1 769,64 9-519,-43-9-1,13 1 55,23 3 367,40 6 0,0 0 0,0 0 0,0 1 0,0 0 0,0 1 0,-1-1 0,1 1 0,0 1 0,0-1 0,0 1 0,0 0 0,0 1 0,0 0 0,0 0 0,-12 6 0,-48 30 575,41-22-96,-1-1 0,0-1 0,-1-1 1,-39 12-1,-21 1-1506,-47 12-917,-77 19 1944,8 0 0,-39 3 0,201-53 0,1-2 0,-1-2 0,0-2 0,-83-9 0,96 4 0,1-1 0,-38-13 0,-8-2 0,54 16 631,-1-1 0,1 0 1,0-2-1,1 0 1,-1-2-1,-30-18 0,44 23-447,0 0 1,0 0-1,1-1 0,0 0 0,0 0 0,0-1 0,1 1 1,0-1-1,0 0 0,0 0 0,1 0 0,0-1 0,0 1 0,0-1 1,1 0-1,0 0 0,1 0 0,-1 0 0,1 0 0,1 0 0,-1 0 1,1 0-1,1-10 0,0 9 90,0-1 1,1 2-1,-1-1 0,2 0 1,-1 0-1,1 0 0,0 1 1,1 0-1,-1 0 0,2 0 1,4-7-1,6-5 1183,1 1 0,25-22 0,-21 21-1163,5-13-294,-15 16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18.9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8192,'4'0'18022,"2"0"-18022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20.4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4617 584 8192,'-1'-38'3433,"1"-38"7552,11 30-7381,-3 32-3604,0 2 0,1-1 0,0 1 0,1 0 0,1 1 0,-1 1 0,2-1 0,0 2 0,0-1 0,0 2 0,17-9 0,93-33 0,-97 42 0,-1 0 0,1 1 0,1 1 0,49-4 0,105 6 0,-124 5 0,-50-1 0,0 0 0,0 1 0,0 0 0,0 0 0,0 0 0,0 1 0,-1 0 0,1 0 0,-1 0 0,1 1 0,-1-1 0,0 2 0,0-1 0,0 0 0,0 1 0,4 5 0,2 2 0,-1 1 0,-1 0 0,0 0 0,-1 1 0,8 16 0,20 20 0,-31-44 0,-1 1 0,1-1 0,-1 1 0,0-1 0,0 1 0,-1 0 0,0 1 0,0-1 0,0 1 0,-1-1 0,0 1 0,2 13 0,0 54-3268,-5 80 1,-2-40 962,3-105 2018,-1 0 1,-1 0-1,1 0 0,-2 0 0,1 0 0,-1-1 0,0 1 0,-1-1 0,0 0 0,-1 0 0,1 0 0,-1-1 0,-1 1 0,1-1 0,-13 12 0,-5 2-861,0-2 0,-1 0 1,-37 22-1,34-27 1148,-1-1 0,0-2 0,0-1 0,-1-1 0,-54 10 0,29-7 0,16-6 0,-1-1 0,1-3 0,-1 0 0,-47-6 0,-7 1 0,59 4 0,0-2 0,1-2 0,-1 0 0,1-3 0,-58-16 0,45 7 0,24 9 0,0-1 0,0-1 0,1-1 0,-28-15 0,44 21 0,0-1 0,-1 0 0,1 0 0,1-1 0,-1 1 0,1-1 0,-1 0 0,1 0 0,1 0 0,-1-1 0,1 1 0,0-1 0,0 0 0,0 0 0,1 0 0,0 0 0,0 0 0,1-1 0,0 1 0,-1-8 0,2 13 0,-4-92 0,4 82 0,0 1 0,1 0 0,1-1 0,-1 1 0,2 0 0,6-19 0,-4 22 0,1-1 0,0 1 0,1 1 0,-1-1 0,1 1 0,1 0 0,-1 1 0,1 0 0,12-7 0,2-2 0,-3 3 189,0 1-1,0 1 1,1 0 0,1 2 0,-1 0 0,1 2 0,0 0 0,0 1 0,28-1-1,-16 8 7534,-31-3-7662,0 1 1,0 0-1,0 0 0,0 0 0,0 0 0,0 0 0,0 0 0,0 1 0,0-1 1,-1 1-1,1-1 0,0 1 0,-1 0 0,2 2 0,-1-1-287,0 1 0,0-1-1,-1 1 1,1-1-1,-1 1 1,0 0 0,0-1-1,0 7 1,1 22 2708,-1-21-2039,-1 1 0,-1-1 0,0 1 0,-1-1 1,0 0-1,0 1 0,-8 19 0,7-26-234,0 0 0,0 1 0,-1-1 0,0 0 1,0-1-1,0 1 0,0-1 0,-1 1 0,0-1 0,0-1 0,0 1 0,0-1 0,0 0 0,-1 0 0,0 0 0,-6 1 1,-48 17-1312,0-3 1,-1-2-1,-1-4 1,0-2-1,-1-2 1,0-4-1,-66-3 1,34-1 111,1 1-2492,-147-17 0,-161-76 2533,217 43 655,-123-37 295,272 73 0,32 11 0,1 0 0,-1 0 0,1 0 0,-1 1 0,0 0 0,0 0 0,0 0 0,1 0 0,-1 0 0,0 1 0,0-1 0,0 1 0,0 0 0,0 1 0,0-1 0,0 1 0,0-1 0,0 1 0,-6 2 0,-44 30 591,43-25-353,-1-1 0,1 0 0,-1 0 0,0-2 0,0 1 0,-1-1 0,0-1 0,0-1 0,-22 4 0,-59 5-604,52-5 462,-66 1-1,-206 9 465,160-9-1804,101-8 381,-87 13-1,-102 12 4220,-23 3-3356,140-8-1486,-229 69 1,235-63 3440,85-21-1488,-1 2 0,-49 18 0,82-24 21,-13 5-1276,0-1-1,0 0 1,-28 4 0,7-11 14473,34 1-13592,-1 0-1,1 0 1,0-1-1,0 1 1,0-1-1,0 0 0,0 1 1,0-1-1,0 0 1,0 0-1,1 0 1,-1 0-1,1 0 1,0-1-1,-1 1 1,1 0-1,0-1 0,0 1 1,1-1-1,-1 1 1,0-1-1,1 1 1,0-1-1,-1 1 1,1-5-1,-1-11-796,1 0-1,3-30 1,-1 23 318,0-12 289,2-65-1293,-8-102-1,-8 131 3661,7 51-1077,2-1 0,-2-30 0,6-338-1193,-1 370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20.8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8192,'4'0'2971,"2"0"-2971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0:06:24.0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3953 3321 8192,'21'19'15657,"-14"-27"-13292,1-10-2365,0-1 0,-2 0 0,0-1 0,-1 0 0,-1 0 0,0 0 0,0-27 0,2-9 0,2 1 0,22-74 0,-29 125 0,3-11 0,2 1 0,0 0 0,0 0 0,9-12 0,16-38 0,-17 28 0,1 0 0,36-61 0,-43 85 0,-5 6 0,1 0 0,-1 0 0,1 0 0,1 1 0,-1-1 0,1 1 0,6-5 0,-8 8 0,0 1 0,0-1 0,0 1 0,0 0 0,0 0 0,0 0 0,0 0 0,0 1 0,0-1 0,0 1 0,0 0 0,1 0 0,-1 0 0,0 0 0,0 1 0,0-1 0,0 1 0,0 0 0,5 1 0,496 177-1807,-129-40 643,-127-58 754,1043 327-5029,-1079-346 6293,278 107-9057,-345-116 8203,-60-23 0,137 69 0,-149-62-279,43 25-702,-104-55 907,-1 1 0,-1 0 0,1 1-1,-1 0 1,-1 1 0,0-1 0,12 18 0,-19-24 74,1 1 0,-1-1 0,0 1 0,0 0 0,-1 0 0,1 0 0,-1 0 0,0 0 0,0 0 0,0 0 0,-1 1 0,1-1 0,-1 0 0,0 0 0,0 0 0,0 1 0,-1-1 0,0 0 0,0 0 0,0 0 0,0 0 0,0 0 0,-1 0 0,0 0 0,0 0 0,0 0 0,0-1 0,0 1 0,-1-1 0,0 0 0,0 0 0,0 0 0,0 0 0,0 0 0,0 0 0,-1-1 0,-3 3 0,-21 8 0,1 0 0,-2-2 0,1-2 0,-35 8 0,-13 1 0,-46 11 0,-139 15 0,1-11 0,-123 9 0,-24-9 0,-239 8 0,17-17 0,268-5 0,-716-12 0,606-10 0,-155 16 0,-25-1 0,-719-13 0,1128-11 0,-2-1 0,194 16 0,32-2 0,0 0 0,-1-1 0,-28-4 0,47 4 6,0 0 1,0 0 0,0 0-1,0 0 1,0-1 0,0 1-1,0 0 1,0 0-1,0 0 1,1 0 0,-1 0-1,0 0 1,0 0 0,0 0-1,0 0 1,0 0-1,0 0 1,0-1 0,0 1-1,0 0 1,0 0 0,0 0-1,0 0 1,0 0 0,0 0-1,0 0 1,0 0-1,0 0 1,0-1 0,0 1-1,0 0 1,0 0 0,0 0-1,0 0 1,0 0-1,0 0 1,0 0 0,0 0-1,0 0 1,0 0 0,0-1-1,0 1 1,0 0 0,-1 0-1,1 0 1,0 0-1,0 0 1,0 0 0,0 0-1,0 0 1,0 0 0,0 0-1,0 0 1,0 0-1,0 0 1,-1 0 0,1 0-1,0 0 1,0 0 0,0 0-1,0 0 1,0 0 0,0 0-1,0 0 1,0 0-1,0 0 1,-1 0 0,1 0-1,0 0 1,11-6 1014,15-3 465,316-62-3962,-148 33 1894,160-26 669,-41 8-87,-208 35 0,384-92 0,-468 108 0,21-6 0,684-184 0,-599 160 0,-64 20 0,-2-4 0,74-31 0,89-41 0,10-4 0,-224 90 893,27-12 5699,-36 16-6366,0 1-1,1-1 0,-1 0 0,0 1 1,0-1-1,0 0 0,1 0 1,-1 0-1,0 0 0,0 0 1,0 0-1,-1 0 0,1 0 1,0 0-1,0-1 0,0 1 0,-1 0 1,1 0-1,0-3 0,-1 3-167,-1 0-1,0 0 1,1 0-1,-1 1 1,0-1-1,1 0 0,-1 1 1,0-1-1,0 0 1,0 1-1,1-1 1,-1 1-1,0-1 1,0 1-1,0 0 0,0-1 1,0 1-1,0 0 1,0 0-1,0 0 1,0-1-1,0 1 0,0 0 1,-2 1-1,-31-3 2836,29 2-2196,-12 0-331,-11-1-274,0 1-1,1 1 0,-1 1 0,1 1 0,0 2 0,-43 12 1,-302 93-3448,201-66 2135,-223 43-3042,185-43 4263,39-8 0,93-22-1334,-142 19-5288,47-9 6274,121-15 172,0-1 0,-1-3 1,0-2-1,-61-5 1,111 2 175,0 0 0,-1 0 0,1-1 0,0 1 0,0-1 0,0 0 0,0 1 0,0-1 0,-1 0 0,1 0 0,1-1 0,-1 1 0,0 0 0,0 0 0,0-1 0,1 1 0,-1-1 0,1 0 0,-1 0 0,1 1 0,-1-1 0,1 0 0,0 0 0,0 0 0,0 0 0,0 0 0,1 0 0,-1-1 0,0 1 0,1 0 0,0 0 0,-1 0 0,1-1 0,0 1 0,0-4 0,1-9 0,1 1 0,0 0 0,1 0 0,7-22 0,-3 13 0,-3 11 0,1-1 0,1 1 0,0 0 0,14-20 0,7-15 0,69-115 0,-74 120 0,40-56 0,5-10 0,-31 48 0,48-61 0,-44 67 0,45-80 0,-48 66 0,3 2 0,71-87 0,-28 48 0,-39 46 0,3 2 0,3 2 0,57-48 0,17-21 0,-43 41 0,-42 45 0,-2-1 0,-2-2 0,-1-1 0,44-74 0,-26 27 0,-4 10 0,57-128 0,-84 151 0,-3-1 0,-2 0 0,-3-1 0,-3-1 0,4-61 0,-6-301 0,-10 259 0,0 136 0,0 0 0,-2-1 0,-13-42 0,10 42 0,1 0 0,1 0 0,-2-33 0,7 59 0,0 0 0,1 0 0,-1 0 0,0 0 0,0 0 0,0 0 0,0 0 0,0 0 0,-1 0 0,1 0 0,0 0 0,0 0 0,-1 0 0,1 0 0,0 0 0,-1 0 0,1 1 0,-1-1 0,1 0 0,-1 0 0,0 0 0,1 0 0,-1 1 0,-1-2 0,1 2 0,0 0 0,0 1 0,0-1 0,0 0 0,0 1 0,0-1 0,1 1 0,-1-1 0,0 1 0,0-1 0,0 1 0,1-1 0,-1 1 0,0 0 0,0 0 0,1-1 0,-1 1 0,1 0 0,-2 1 0,-29 50 0,30-50 0,-18 33 0,-60 129 0,2 19 0,19-51 0,6 3 0,-46 186 0,79-231 0,-11 114 0,8-5 0,-4 129 0,27 846 0,-2-1146 0,-10 52 0,-2 21 0,1 39 0,5-86 0,1 54 0,4-59 0,-10 61 0,1-24 0,-1-1 0,-35 126 0,29-141 0,2-21 0,7-28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55:12.4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0,'20149'0'0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55:19.2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0,'11359'0'0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55:28.3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0,'20638'0'0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55:33.3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0,'20321'0'0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8:55:37.7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0 148,'33'0,"20"1,1-3,76-12,90-11,-175 19,49-1,26-4,108-18,-168 24,106 5,25-1,-21-23,-106 13,-39 6,0 1,32 0,359 5,-413-1,0-1,1 1,-1 1,0-1,0 0,1 1,-1 0,0-1,0 1,0 0,0 1,0-1,0 1,0-1,4 4,-4-1,1 1,-1-1,0 1,0 0,-1 0,1 0,-1 0,2 7,2 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55:47.4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0,'16876'171'0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55:50.2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0,'19370'0'0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8:55:59.6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1 198,'-1'8,"2"0,-1 0,1 0,0 0,0 1,1-1,0-1,6 14,-6-17,1 0,0 1,0-1,0 0,1 0,-1-1,1 1,0-1,0 0,0 0,1 0,-1-1,1 1,9 3,27 8,1-1,80 12,33 10,-128-28,-1-2,1-1,35 1,41 6,183 24,-83-14,155 6,2727-28,-3082 2,-1-1,1 0,0 0,0 0,0-1,-1 1,1-1,0 1,0-1,-1 0,1 0,0 0,-1 0,1 0,-1-1,0 1,1-1,-1 0,0 0,0 1,0-1,0-1,2-2,-3 2,0 0,0 0,-1 0,1 0,-1-1,0 1,0 0,0-1,0 1,0 0,-1 0,1 0,-1-1,0 1,0 0,0 0,-1 0,1 0,-1 0,-2-3,-11-20,-28-35,18 28,-23-47,36 58,-1 0,-25-34,13 20,23 33,0-1,1 0,-1 1,-1-1,1 1,0 0,-1 0,0 0,0 0,0 0,0 0,0 1,0 0,-1 0,1 0,-1 0,0 0,1 0,-1 1,0 0,0 0,0 0,-7-1,-177 5,-40-4,147-11,52 7,-56-3,-14 6,-168 6,201 8,49-8,-1-1,-27 2,-89 7,-26 1,117-14,8 0,0 1,1 1,-1 2,-37 9,12 0,-1-2,0-3,-113-2,145-4,1 1,-44 10,49-8,-31 2,1-2,-96-6,44 0,-506 2,592-1,1-1,-1-1,-18-6,-17-1,4 1,14 3,-73-4,90 9,0-1,-30-7,-34-4,-88-11,130 21,-44-9,15 2,5-1,41 6,-1 1,-30 0,34 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56:04.1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0,'19466'0'0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8:56:10.5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171 540,'52'-20,"-1"14,-1 2,1 3,54 4,3 0,-73-3,-8-2,0 2,0 1,0 1,0 1,-1 2,1 0,34 13,-11 0,60 12,-17-4,-41-13,88 10,-78-17,0-3,111-8,-164 4,1-1,-1 0,1 0,-1-1,0 0,0-1,0 0,-1 0,1-1,-1 0,0 0,0-1,-1 0,0 0,8-10,-6 6,0-1,-1 0,-1 0,0-1,0 0,-1-1,-1 1,0-1,-1 0,3-15,-6 24,-1 1,1-1,0 1,0-1,0 1,1-1,-1 1,1 0,0 0,0 0,0 0,0 0,0 0,1 1,-1-1,1 1,0-1,0 1,0 0,0 0,0 1,0-1,4-1,4 0,1 1,-1 0,0 1,0 0,1 1,12 1,23 1,54-1,-91-2,-1 0,1-1,-1 0,1 0,-1-1,0 0,0-1,11-6,-9 3,1 0,-1 1,1 1,0 0,1 1,-1 0,1 1,16-3,-22 5,2 1,0-1,-1-1,1 0,-1 0,1 0,-1-1,13-7,-21 10,1-1,-1 0,1 0,-1 0,1 1,-1-1,0 0,1 0,-1 0,0 0,0 0,0 0,0 0,0 0,0 0,0 0,0 0,0 1,0-1,0 0,0 0,-1 0,1 0,0 0,-1 0,1 0,-1 1,1-1,-1 0,1 0,-1 1,0-1,1 0,-1 1,0-1,1 0,-1 1,0-1,-1 0,-31-25,8 14,0 1,-1 1,-1 1,-54-11,-42-15,104 30,1 0,-1 1,-26-2,-19-4,32 5,0 1,-1 2,-47 3,46 0,0-1,1-1,-37-7,24 1,1 3,-88 2,-19-1,65-8,49 5,-52-1,-672 8,733-3,-54-10,55 7,-51-2,1082 8,-985-1,0 2,0 0,0 1,0 1,-1 1,1 0,17 9,-23-8,0 0,-1 0,0 1,0 1,-1 0,10 9,-19-16,0 0,-1 0,0 0,1 0,-1 0,0 0,1 0,-1 0,0 0,0 1,0-1,0 0,0 0,0 0,0 0,0 0,-1 0,1 0,0 0,-1 0,1 0,-1 0,1 0,-1 0,1 0,-1 0,0 0,1 0,-1-1,0 1,0 0,1 0,-1-1,0 1,0 0,0-1,0 1,0-1,-2 1,-44 23,43-22,-17 4,0-1,0-1,0-1,0 0,0-2,-1-1,1 0,-22-4,-28 1,-490 3,540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0:27:29.3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0 124,'876'0,"-840"-1,54-10,28-2,903 11,-499 5,3575-3,-4053 2,52 8,-50-3,46-1,589-7,-663 3,1-1,31 9,33 2,400-11,-233-3,-232 4,0-1,34 9,31 3,622-11,-345-5,-321 3,0-1,65-13,-41 2,0 2,115-3,-138 11,-1-1,70-16,-70 10,0 3,75-4,-42 8,95-14,-135 12,63-9,114 0,-178 11,55-9,-54 6,49-2,603 8,-650 1,0 1,68 17,-68-12,0-2,70 5,482-12,-568 2,0 0,33 9,32 3,514-11,-290-4,-288 3,0 0,31 9,33 2,-11-11,-28-1,0 1,65 12,86 16,-113-22,144-7,-94-3,-85 3,-12-1,0 1,0 2,67 13,-82-12,0 0,0-2,0 0,28-2,-29-1,0 2,0 0,0 2,31 5,-34-2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27:31.5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0,'21054'0'0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0:27:36.5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27,'3446'0,"-3428"-1,-1 0,35-9,31-3,562 11,-313 4,-307 0,0 0,35 9,-1 0,-16-5,13 2,91 2,-95-11,91 3,-125 0,1 0,0 1,-1 1,0 1,27 11,-30-9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0:27:54.5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1 102,'47'0,"8"1,-1-2,85-14,-108 11,0 1,45 2,-47 2,0-2,-1-1,36-7,-24 2,0 2,74 1,-70 3,0-1,46-8,80-16,-110 19,-1 2,121 6,-64 1,-69 1,1 1,58 14,-56-8,90 5,-34-3,-74-6,49 1,-57-7,13 0,1 1,66 11,-50 0,1-2,0-3,67 0,-23-9,163 4,-176 9,24 1,530-12,-622 1,1 1,31 7,33 3,-42-8,43 8,-14-2,-5 1,-40-6,0-2,31 2,213-6,-248 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27:55.8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0,'4544'0'0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27:58.6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73 0,'4079'-73'0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28:02.6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0,'12138'0'0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28:04.6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0,'8964'0'0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28:09.6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0,'5155'0'0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28:12.7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0,'10063'0'0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28:16.5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0 367 0,'4152'-366'0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46:27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25372,'13074'0'0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46:29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26348,'5376'0'0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46:32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9830,'8'5'236,"-1"0"0,1 0 0,0-1 0,0 0 0,0 0-1,0-1 1,1 0 0,14 3 0,10 3 319,0 1 129,2-1-1,-1-2 0,46 3 0,34 7 1012,-21-4-12,-1-4 0,1-4 1,110-8-1,-46 0 499,204 3 1303,180 0-3317,-53 0-182,-445-2 14,49-8 0,-48 4 0,44-1 0,-14 7 0,-45 1 0,-25-1 0,-11 0 0,-1707 0 0,2380 0 0,-621-2 0,52-9 0,44-2 0,34 15 0,131-4 0,-206-9 0,26-1 0,12-1 0,12 0 0,182 14 0,-515 2 0,-199-6 0,155-22 0,129 16 0,-175-7 0,-328 17 0,801-2 0,222 3 0,-247 10 0,71 1 0,878-14 0,-960-12 0,-5 0 0,-120 11 0,47-8 0,5-1 0,-278 11 0,165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46:34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14112,'4619'0'0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46:39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0 270 9830,'152'-2'2866,"166"5"1490,-190 7-2370,80 4 953,245-14 2871,-1 0-4003,87-1-1911,-14-24 104,1 0 0,265-21 0,-599 29 0,293-8 0,54-28 0,-98 8 0,-350 31 0,162-6 0,-214 19 0,51-10 0,-50 6 0,50-2 0,-67 9 0,-1 1 0,1 1 0,-1 0 0,0 2 0,42 17 0,26 6 0,-67-23 0,-1 1 0,0 1 0,0 1 0,32 18 0,-36-18 0,1-1 0,-1 0 0,1-2 0,30 7 0,-29-8 0,-1 0 0,1 1 0,-1 1 0,25 14 0,-23-12 0,0-1 0,1-1 0,-1 0 0,1-2 0,1 0 0,36 2 0,-49-5 0,21 2 0,0-1 0,0-1 0,0-1 0,0-2 0,55-9 0,-74 6 0,-1 0 0,0-1 0,0 0 0,0-1 0,0-1 0,-1 1 0,0-2 0,-1 1 0,1-2 0,11-13 0,-17 16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46:42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9830,'53'-2'1609,"76"-13"0,-116 13-1414,60-4 760,-44 4-122,51-10 0,-38 5-120,0 2 1,0 2-1,0 2 1,48 4-1,10 0 690,-58-3-617,13 1 353,1-2 1,80-13 0,-71 6 249,0 2 0,124 8 0,-66 0-1105,-101-3-284,1 1 0,-1 1 0,0 1 0,0 1 0,0 1 0,0 1 0,34 13 0,-39-13 0,0 1 0,1-2 0,35 4 0,6 2 0,-13-4 0,-1-1 0,1-3 0,75-4 0,-21-1 0,81 6 0,190-7 0,-215-18 0,-135 20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46:44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9830,'49'0'1013,"45"-1"738,0 3 1,1 5-1,98 19 1,-145-18-871,0-3 1,1-1-1,51-4 1,-39 0 479,72 8 0,217 26 3144,73-26-3642,-239-11-838,147 23-25,-213-12 0,140-8 0,-101-3 0,-71 5 0,96-5 0,-116-9 0,-48 8 0,0 1 0,27-2 0,387 3 0,-206 4 0,-184 0 0,52 9 0,-51-5 0,48 1 0,423-8 0,-484 3 0,52 8 0,23 3 0,313-14 0,-400 0 0,1-1 0,31-7 0,33-3 0,-64 11 0,0-1 0,0 0 0,-1-1 0,1-1 0,-1-1 0,32-12 0,-36 11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46:48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1615 1 9830,'-1131'0'16064,"647"0"-12468,673 13-3596,10 0 0,3834-17 0,-2086 7 0,-1870-3 0,131 19 0,-141-13 0,0-2 0,87-6 0,-33-1 0,74 3 0,-174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46:53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1 123 9830,'1260'0'17185,"-421"0"-14710,-788-3-2475,55-9 0,-36 2 0,26-4 0,99-30 0,-172 38 0,18 0 0,1 1 0,-1 1 0,1 3 0,55 5 0,5-1 0,557-3 0,-640-1 0,0-1 0,31-7 0,33-4 0,381 14 0,-454-1 0,-1 1 0,0-1 0,0 2 0,17 4 0,-10-1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47:15.4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0,'16389'439'0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0:57:00.7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26,'1735'0,"-1717"1,0 1,34 8,31 3,88 11,-146-22,49 11,-27-4,7 1,-30-5,1-1,43 2,-11-6,-23-1,-1 1,1 1,64 13,-58-8,1-1,0-2,-1-1,53-6,2 1,790 3,-877 0,-1-1,0 0,1 0,-1 0,0-1,0 0,0-1,0 1,0-2,-1 1,1-1,-1 1,0-2,0 1,5-6,-3 4,1 1,-1 0,1 0,0 1,0 0,0 0,1 1,18-4,-2 4,0 0,27 2,18-1,52-22,-82 17,-7 0,1 2,50-1,-67 6,17 0,0 1,0 2,48 9,-42-5,-22-5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57:03.1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0,'12190'0'0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57:07.3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0,'10991'0'0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57:18.8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0,'19954'0'0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57:24.2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0,'4421'74'0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0:57:25.4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2,'197'-2,"215"5,-276 8,50 2,237 12,24-1,-356-25,53 0,155 17,-126-4,12 1,-128-8,84-3,23 1,-126 2,53 14,-62-12,1 0,-1-2,47 1,-11-5,97 12,-113-5,25 3,129 5,-147-13,-1 1,56 14,-55-8,108 4,115 10,-188-12,108 0,118-12,-343 0,-12 1,0-2,0-1,0-2,-61-14,52 7,0 3,-87-5,-42-7,-61-10,28 6,127 14,-97 0,-21-2,-138-17,152 23,128 7,-1-3,-60-10,-77-18,118 23,-152 6,99 4,-332-3,442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57:32.7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0,'7503'0'0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0:57:36.2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 76,'-8'0,"6"0,0 1,-1-1,1 0,0 0,0 0,0 0,-1-1,1 1,0 0,0-1,0 0,0 1,0-1,0 0,0 0,0 0,0 0,-2-2,4 2,0 1,0-1,0 1,1-1,-1 0,0 1,1-1,-1 1,0-1,1 1,-1-1,0 1,1-1,-1 1,1 0,-1-1,1 1,-1 0,1-1,-1 1,1 0,-1-1,1 1,0 0,-1 0,1 0,-1 0,1-1,0 1,-1 0,1 0,-1 0,1 0,0 1,0-1,27-4,42 2,-38 1,1-1,45-8,-23 3,0 1,0 3,83 7,-21-1,82-1,220-5,-295-9,39-1,1329 14,-1473 0,0 1,0 1,-1 1,35 11,-4-1,-25-9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57:39.7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0,'8795'0'0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0:57:43.6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 0,'8109'-49'0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1:01:59.6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0,'18348'0'0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1:02:47.5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0,'19240'0'0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1:02:53.2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19344 87 0,'-19344'0'0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1:03:23.0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0,'9844'0'0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1:03:25.6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51,'73'0,"110"15,-84-6,197-6,-143-5,771 2,-877-3,49-7,46-3,669 14,-655-14,-4 1,1994 11,-1000 3,-1118-4,54-9,-53 6,53-3,63 9,-124-1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1:03:31.7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0,'54'2,"74"13,-114-13,470 57,-390-45,161 17,-156-24,264 10,132 7,5 1,-77-13,22 1,202-1,51-1,1530-11,-2050-13,2 1,-39 14,153-4,-270-2,-3-1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1:03:36.4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0,'81'0,"111"15,-117-8,150-5,2-1,-120 10,53 3,1585-15,-1727 0,-1-1,35-8,30-3,613 11,-339 5,-341-3,0 0,0 1,-1 1,1 0,-1 1,1 0,-1 2,21 8,-20-8,0 0,0-1,0 0,1-1,-1-1,19 1,101-6,-48 0,1954 3,-2023 1,0 1,34 8,30 2,-34-11,-25-2,0 1,44 7,-60-5,-1 0,1 0,0 0,-1 0,0 1,1 0,-1 1,0-1,-1 1,1 0,-1 1,1-1,-1 1,4 6,22 40,-28-45,0 0,0 0,0-1,0 1,1-1,0 1,0-1,1-1,0 1,-1 0,1-1,1 0,5 3,1-1,1 0,0-1,0-1,0 0,1-1,-1-1,22 2,99-4,-58-3,-64 3,-1-1,1 0,-1-1,1-1,-1 0,0 0,0-1,0-1,18-9,-5-1,1-2,36-32,-48 38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1:03:40.4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0 274,'7'-5,"0"1,1 1,-1-1,0 1,1 1,0-1,0 1,-1 1,1 0,13-1,6-2,25-7,-7 1,1 2,54-3,-59 7,-1-1,40-11,-39 8,77-8,-48 12,0-3,119-29,86-10,-124 26,66-4,-132 15,-1 4,95 7,-44 1,-101-3,18-1,-1 3,80 11,36 13,-7-2,-94-16,0-3,118-6,-59-2,2 0,136 7,-184 14,-62-14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2:20:00.8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2,'2'0,"15"-1,1 1,-1 0,1 2,-1 0,1 0,-1 2,0 0,29 12,-6-1,2-2,0-1,1-2,65 6,-80-12,143 21,-95-15,-35-4,62 2,6-11,124 5,-197 4,0 1,57 19,34 8,-42-18,-26-4,-1-2,83 3,-98-11,0 3,51 11,51 6,-33-8,-78-9,0 0,0-2,62-3,-94 0,0-1,0 1,0 0,0-1,0 1,0-1,0 0,0 1,0-1,0 0,-1 0,1 0,0-1,-1 1,3-3,-3 4,-1-1,1 0,-1 0,1 0,-1 0,0 0,1 0,-1 0,0 0,0 0,0 0,0 0,0-1,0 1,0 0,0 0,0 0,-1 0,1 0,0 0,-1 0,1 0,-1 0,1 1,-1-1,1 0,-1 0,0 0,1 0,-1 1,-1-2,-7-8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2:20:17.2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3,'167'-2,"182"5,-105 22,-148-17,213 8,-200-17,452 16,113-2,-409-16,3215 3,-3462 1,1 1,31 7,33 3,-53-11,282-3,-200-19,-247 19,80 2,0-1,1 2,-79 13,100-9,0-2,-58-2,-20 1,45 10,48-8,0-1,-26 2,-26-2,-131 23,144-17,0-3,-1-2,-66-5,-62 3,93 10,56-6,-58 1,-1248-8,1315 2,-55 11,55-7,-53 3,37-4,28 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51:10.2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0,'14191'0'0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51:12.9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0,'12997'0'0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51:16.0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1 148,'2463'0,"-2180"-13,-7 0,164-15,-393 23,511-34,-514 37,79-14,-82 9,11-4,18-1,-50 11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51:47.9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1 123,'1200'0,"-953"-12,-6-1,2242 13,-1122 1,-1127 12,-3-1,1354-13,-1539 3,50 9,42 2,1404-12,-711-3,-795 1,53-11,26 0,-112 12,42-1,83-12,-66 5,1 3,123 6,-67 1,-57-2,110-15,-87 6,0 4,110 7,-56 0,207-20,60 10,-234 10,130-14,15-1,-49 1,3 0,1851 14,-1119-4,-985 4,0-1,33 9,31 2,287-11,-176-3,-165 4,55 9,-55-5,53 1,-58-6,1 1,-1 0,0 2,-1 0,1 2,-1 0,0 2,32 15,-34-15,0-1,0-1,31 4,31 10,80 43,-74-28,40 22,-95-43,1 0,0-2,0-2,1-1,1-1,51 3,55-9,-90-3,-31 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9T00:07:52.0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1,'19'1,"-1"1,33 7,32 3,580-10,-323-4,-323 2,0 2,-1 0,1 0,-1 2,0 0,0 1,0 0,-1 2,0-1,16 11,-12-7,1 0,0-2,0 0,1-1,0-1,0-1,34 3,14-3,71-4,-78-1,-49 1,0 0,0 1,0 1,16 4,-28-6,16 3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9T00:07:53.0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23,'1833'0,"-1820"-1,0 0,-1-1,21-6,-1 0,-14 5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08:06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21561,'4423'0'0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08:10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75 9830,'54'-2'1608,"75"-13"0,-116 13-1411,54-8 780,-13 1 541,100-3 0,-126 11-776,52-10 0,-50 6 18,47-2-1,755 7 8495,-370 1-9277,-441-1 23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08:11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9830,'45'0'1138,"0"2"-1,61 10 1,110 13 2001,-113-15-615,184-8 0,-135-5-418,-44 3 283,108-15 0,-74 3-1127,-77 7-1305,108-21 0,-140 20 43,-1 2 0,35-1 0,-34 3 0,61-11 0,90-19 0,-163 30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08:14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28030,'6988'0'0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08:16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0 124 9830,'217'-12'4029,"8"-1"-1096,93-12 1479,-3 1-37,-232 23-2678,92-12-1,108-12-1178,-150 16-518,142 8 0,-195 2 0,-2112-1 0,2011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1:07:20.2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50,'0'0,"0"-1,0 0,1 1,-1-1,1 0,-1 1,1-1,-1 0,1 1,-1-1,1 1,-1-1,1 1,0-1,-1 1,1 0,0-1,0 1,-1 0,1 0,0-1,-1 1,1 0,0 0,0 0,0 0,-1 0,1 0,0 0,0 0,-1 0,1 0,1 1,36 3,-28-3,422 7,-249-11,2030 3,-1923-14,-120 2,-15 2,117-3,1806 13,-2049 2,52 9,-51-6,50 2,-50-6,9 0,0-1,1-3,66-11,-87 10,-1 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1:07:20.7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0,'4'0,"6"0,5 0,4 0,3 0,2 0,1 0,1 0,0 0,-5 5,-2 0,1 0,0-1,2-1,0-1,2-1,-5 4,-4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1:07:22.3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0,'2126'0,"-2106"2,0 0,32 7,-31-4,0-2,25 2,71-5,-61-2,1 3,95 14,-90-7,2-3,-1-2,64-7,-4 1,-4 1,128 5,-181 9,-49-8,1 0,27 1,39-5,-53-2,-1 2,0 1,0 2,44 9,-58-8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1:07:25.2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0,'16168'0'0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1:07:28.8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149 222,'-148'0,"218"0,441-15,105 3,-379 15,753-69,-954 63,432-28,-177 17,-138 4,8 0,151-4,-244 14,1 2,0-4,82-12,-95 8,1 2,73 4,-88 0,-42 1,0-1,0 0,0 0,0 0,0 0,0 0,0 0,0 0,0 0,0 0,0 1,0-1,0 0,0 0,0 0,0 0,0 0,0 0,0 0,0 0,0 0,0 1,0-1,1 0,-1 0,0 0,0 0,0 0,0 0,0 0,0 0,0 0,0 0,0 0,0 0,0 0,0 1,1-1,-1 0,0 0,0 0,0 0,0 0,0 0,0 0,0 0,0 0,0 0,1 0,-1 0,0 0,0 0,0 0,0 0,0 0,0 0,0 0,0-1,0 1,1 0,-13 6,-17 5,19-8,5-3,-1 2,1-1,-1 0,1 1,0 0,0 1,0-1,0 1,0 0,0 0,-7 7,12-10,-1 1,1-1,0 1,0 0,0-1,0 1,0 0,-1-1,1 1,0 0,1-1,-1 1,0 0,0-1,0 1,0 0,0-1,1 1,-1 0,0-1,1 1,-1-1,0 1,1 0,-1-1,1 1,-1-1,1 1,-1-1,1 0,-1 1,1-1,-1 1,1-1,0 0,-1 0,1 1,1-1,28 13,-27-12,25 8,0-1,1-2,-1-1,49 3,121-9,-82-2,180 21,-280-16,289 19,46-10,18 2,-117-2,7 2,189-3,-355-11,-170-3,0-4,-140-33,166 30,-81-6,-6-2,55 5,-122-5,94 11,-351-23,215 8,-58-2,107 12,-20 1,-954 13,1152-1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1:07:32.7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0,'12457'0'0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1:07:36.5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0,'15461'0'0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1:07:41.6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26,'1180'0,"-973"-13,-5 1,1002 13,-954 11,-5 1,-20-1,0 1,-44-15,141 3,-194 11,54 1,23-14,-205 3,-11 4,-17 4,-79 0,71-8,-45 7,37-3,-1-2,-67-2,60-3,-73 9,-258 34,258-35,-275 8,-115 15,285-11,111-8,-122 3,189-14,31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6:31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22440,'14680'0'0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6:34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2 9830,'1272'0'18350,"-1029"12"-16939,-4 1-1512,46-16 101,221 5 0,-328 10 0,99 2 0,-127-17 0,187 5 0,-245 10 0,-58-7 0,57 3 0,-157-10 0,22 1 0,1 1 0,-1 1 0,-46 9 0,20 0 0,-1-3 0,0-3 0,-90-7 0,30 0 0,-135 6 0,-285-6 0,373-9 0,-77-1 0,109 13 0,-328-14 0,274 4 0,-34-5 0,138 8 0,-138 7 0,-47-3 0,193-8 0,52 5 0,-58-1 0,73 7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6:37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21570,'11698'49'0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12:47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9830,'0'0'0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12:48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9830,'0'0'0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6:39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 9830,'51'12'1512,"-7"-1"-922,280-6 3963,-177-8-2607,393 3 5772,0 0-4049,-56 0-3997,-400-3 328,100-19 0,-100 10 0,101-1 0,145-5 0,-122 10 0,-143 8 0,101-12 0,-73 3 0,0 3 0,103 9 0,-48-1 0,-74-1 0,105 13 0,-111-7 0,91-3 0,-95-4 0,110 13 0,126 23 0,-213-25 0,-50-5 0,58 1 0,-44-10 0,0-2 0,92-23 0,27-12 0,-121 32 0,-14 2 0,0 1 0,41 0 0,169 6 0,-225-1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6:41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711 440 9830,'-3'-1'119,"0"1"1,0-2-1,0 1 0,1 0 1,-1 0-1,0-1 0,1 1 1,0-1-1,-1 0 1,1 0-1,-4-3 0,-17-12 415,-107-28 1760,117 41-2062,1 1 1,-1-1 0,0 2-1,0 0 1,0 1 0,0 0-1,-19 1 1,15 0 121,0 0 0,0-1 0,-29-7 0,-5 1 708,0 1 0,0 3 0,-73 5 1,97-2 258,619 0 5121,298 0-6478,-219 0 183,-433 13-147,-21-1 0,26 0 0,18 1 0,1956-14 0,-2211 1 0,0 0 0,-1 0 0,1 0 0,0 1 0,-1 0 0,1 0 0,-1 0 0,1 1 0,-1 0 0,0 0 0,6 3 0,-11-5 0,-1 1 0,1-1 0,0 1 0,-1-1 0,1 1 0,-1-1 0,1 1 0,-1-1 0,1 0 0,-1 1 0,1-1 0,-1 0 0,1 1 0,-1-1 0,1 0 0,-1 1 0,0-1 0,1 0 0,-1 0 0,1 0 0,-1 0 0,0 0 0,1 0 0,-1 0 0,0 0 0,1 0 0,-1 0 0,1 0 0,-2 0 0,-24 3 0,-92-4 0,-119-17 0,137 10 0,-51-5 0,-233-22 0,383 35 0,-224-26 0,37 3 0,95 12 0,42 4 0,-56 0 0,52 8 0,18 1 0,1-2 0,0-2 0,-69-12 0,69 8 0,-1 1 0,1 2 0,-64 3 0,60 1 0,0-1 0,-76-12 0,88 8 0,-55-2 0,1332 9 0,-650-5 0,-454-11 0,-95 7 0,50 0 0,117 7 0,-262 1 0,-47 8 0,47-4 0,-53 1 0,-84-6 0,-191-4 0,128-21 0,-56-2 0,-143-9 0,44 0 0,-29 10 0,114 4 0,-208 2 0,-32 9 0,522 10 0,-31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6:43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9830,'50'2'1490,"63"10"-1,-81-7-1001,200 15 4466,239-10 0,-251 2-1517,-15 0-784,184 1-2439,94-1-233,1158-12 19,-1635 0 0,0-1 0,0 2 0,0-1 0,0 1 0,0 0 0,0 0 0,0 1 0,8 2 0,-14-4 0,0 0 0,0 0 0,-1 0 0,1 1 0,0-1 0,0 0 0,0 0 0,-1 0 0,1 0 0,0 0 0,0 0 0,0 0 0,0 0 0,-1 1 0,1-1 0,0 0 0,0 0 0,0 0 0,0 0 0,0 0 0,0 1 0,0-1 0,-1 0 0,1 0 0,0 0 0,0 1 0,0-1 0,0 0 0,0 0 0,0 0 0,0 1 0,0-1 0,0 0 0,0 0 0,0 0 0,0 1 0,0-1 0,0 0 0,0 0 0,0 0 0,0 0 0,0 1 0,0-1 0,1 0 0,-1 0 0,0 0 0,0 1 0,0-1 0,0 0 0,0 0 0,0 0 0,1 0 0,-1 0 0,0 1 0,0-1 0,0 0 0,0 0 0,0 0 0,1 0 0,-1 0 0,0 0 0,0 0 0,0 0 0,1 0 0,-1 0 0,0 0 0,0 0 0,1 1 0,-10 2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13:38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9830,'0'-1'23,"0"0"0,1 0 0,-1-1 0,1 1 0,-1 0 0,1 0 0,0 0 0,-1 1 0,1-1 0,0 0 0,0 0 0,0 0 0,0 0 0,-1 1 0,1-1 0,0 0 0,0 1 0,0-1 0,1 1 0,-1-1 0,0 1 0,0-1 0,0 1 0,0 0 0,0 0 0,0 0 0,3-1 0,36-3 895,-36 3-842,36-1 436,95-11 1406,-112 9-1556,-1 1 0,1 0 0,0 2 0,0 1 0,24 2 0,-36 0-142,-1 0-1,1 0 1,-1 1 0,0 0-1,0 1 1,0 0 0,0 0 0,0 1-1,-1 1 1,0 0 0,0 0-1,15 14 1,-1 0 421,1-1 0,0-2 0,28 15 0,-27-17 68,-1 0 1,-1 2-1,35 31 0,-45-31-207,-1 0-1,0 0 1,-2 1 0,0 1-1,14 36 1,-2-8 364,-8-12-682,-1 1 0,-1 0 0,-2 1 0,-2 0-1,-1 1 1,3 61 0,-7-81-184,0-1 0,1 1 0,10 25 0,-9-27 0,0 0 0,0 1 0,-2 0 0,3 17 0,-1 8 0,2 0 0,2-1 0,2 0 0,2 0 0,18 39 0,-2-1 0,1 35 0,-24-83 0,1-1 0,23 57 0,-25-73 0,-1 0 0,0 1 0,-1-1 0,0 1 0,0 26 0,7 33 0,4 0 0,7 87 0,2-15 0,11-2 0,-23-106 0,-2 1 0,-1 0 0,3 43 0,-8-56 0,1 1 0,2-1 0,0 0 0,2-1 0,16 38 0,14 46 0,-10 33 0,-21-68 0,-5-47 0,9 48 0,14 86 0,-15-68 0,-8-63 0,10 53 0,13 63 0,-21-120 0,0 1 0,-1 28 0,-2-29 0,1 0 0,8 34 0,14 110 0,-17-125 0,-2-1 0,-3 1 0,-4 79 0,-1-24 0,4-57 0,0-9 0,-2 0 0,-6 46 0,5-70 0,0 1 0,-1-1 0,0 0 0,0 0 0,-1 0 0,0-1 0,-1 1 0,0-1 0,-1 0 0,0 0 0,-14 15 0,5-9 0,1 0 0,1 1 0,0 0 0,1 1 0,-16 29 0,22-35 0,0-1 0,-1 0 0,-13 14 0,12-15 0,1 1 0,0-1 0,1 1 0,-8 15 0,-61 112 0,48-91 0,-46 104 0,61-131 0,-5 11 0,-2-2 0,-1 0 0,-23 25 0,42-52 0,1-1 0,-1 0 0,1 1 0,-1-1 0,1 0 0,0 1 0,-1-1 0,1 1 0,-1-1 0,1 0 0,0 1 0,-1-1 0,1 1 0,0-1 0,0 1 0,0-1 0,-1 1 0,1-1 0,0 1 0,0 0 0,0-1 0,0 1 0,0-1 0,0 1 0,0-1 0,0 1 0,0 0 0,0 0 0,4 2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13:39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 4736 9830,'1'-1'23,"-1"0"0,1 0 0,-1 0 0,1 0-1,-1 0 1,1 0 0,-1 0 0,1 0 0,0 0 0,0 0 0,0 0 0,-1 1-1,1-1 1,0 0 0,0 1 0,0-1 0,0 0 0,0 1 0,0-1-1,0 1 1,0 0 0,1-1 0,-1 1 0,0 0 0,0 0 0,0-1 0,2 1-1,37-4 896,-35 4-838,180 0 2354,24-2 398,-167-3-1715,68-20 0,-40 8 39,-48 12-718,-1-2 0,0 0 0,-1-1 0,1-1 0,-2-1 0,1 0 0,26-21 0,-33 21-508,1-1 0,-1 0 0,-1-1 0,0-1 0,-1 0-1,0 0 1,-1-1 0,0-1 0,-1 1 0,7-18 0,-6 4-355,-1 0 0,-2-1 0,0 0 0,4-53 0,0 14-380,-6 44 444,-2 0-1,2-31 1,-6-434-4361,-1 459 4311,-1 0 0,-6-29 0,-3-19-392,3 7 294,1 6-364,1-68 0,5 105 873,0-1 0,-2 1 0,-12-41 0,8 35 0,-7-62 0,-12-230 0,23 295 0,-15-53 0,12 59 0,1-1 0,1 0 0,-1-28 0,0-6 0,-18-84 0,4 34 0,-4-13 0,17 90 0,-2 0 0,-14-35 0,-10-43 0,25 83 88,-1 1-1,-1 0 1,-15-30-1,10 25 33,-14-43 0,20 50-54,-1 1 1,-2 0-1,-27-43 1,8 15 118,21 36 260,-1 1 0,-24-27 0,-16-23 290,23 23-617,-1 1 0,-48-51 0,-82-112 9,96 118-122,41 54-139,-22-44 0,6 10 712,-20-43-941,41 73 122,-43-66-1,54 94 334,0 0 0,0 0 0,-1 1 0,0 0-1,0 1 1,-1 0 0,0 0 0,0 0 0,0 1 0,-1 0 0,1 1-1,-1 0 1,0 0 0,-1 1 0,-10-3 0,4 2-46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13:39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25 807 9830,'1'-47'0,"0"10"0,-2 0 0,-1 0 0,-11-61 0,9 78 37,1-1 0,1 0 1,0 0-1,2 0 0,1 0 0,0 0 0,2 0 0,0 0 1,1 1-1,1-1 0,1 1 0,1 0 0,1 1 0,0-1 0,2 2 1,0-1-1,19-25 0,-5 12 67,30-33 766,-49 60-743,0 0 0,1 1 0,-1 0 0,1 0 0,-1 1 0,1 0 0,0 0-1,0 0 1,1 1 0,9-3 0,27-4 720,0 3-1,0 1 1,73 1-1,-91 4-425,0 1 1,0 1-1,-1 0 0,1 2 0,0 1 1,37 13-1,16 13 1536,-1 2 1,143 87-1,-170-88-1142,-25-18-365,-1 1 0,0 1 0,-2 1 0,0 0 0,0 2 0,-2 1-1,21 26 1,8 50-450,-36-77 0,26 38 0,55 63 0,-72-100 0,0-1 0,43 29 0,5 2 0,-56-35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1:11:57.2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1033 734,'692'19,"-110"1,384-8,-584-15,3494 3,-3852 2,-1 0,36 9,4 0,42 13,-81-17,0-1,1-2,42 4,62 4,8 0,-81-12,-1 2,1 3,97 21,-113-19,0-1,0-2,1-2,45-3,-40 0,0 2,81 11,-89-7,0-1,74-4,14 2,22 22,-85-13,-39-6,1-1,34 1,1177-6,-1074-12,-11 0,1107 11,-612 5,554-3,-1017 13,-1 0,1582-14,-1595-12,-2 0,-108 13,-8 1,-1-2,77-13,-67 7,0 2,0 2,61 6,-6 0,1067-3,-1154-2,52-9,-51 6,44-3,44 10,55-4,-98-9,-52 6,0 2,30-2,-26 3,1-1,27-6,9-2,1 0,-39 6,1 2,31-2,21 4,113-16,-120 10,0 3,80 7,-29-1,-107-1,0-2,0 0,0 0,0-1,17-6,-26 6,0 0,-1-1,1 1,-1-2,1 1,-1 0,0-1,0 0,-1 0,1-1,-1 1,0-1,0 0,0 0,2-6,72-98,-21 32,-11-10,-43 82,0-1,0 0,-1 0,0 0,0 0,0 0,-1 0,0 0,0 0,-1-1,0 1,0 0,0 0,0-1,-3-6,2 8,-1-1,0 1,-1 0,1 1,-1-1,0 0,0 1,0-1,-1 1,0 0,0 0,0 0,0 1,0 0,-1-1,1 2,-8-5,-37-17,-1 2,-83-24,80 33,-1 3,-76-4,65 8,-69-16,87 14,0 2,-85 0,-47-5,81 1,-194 8,140 4,-161 17,16 36,10 1,232-44,-107 18,1 2,66-11,43-14,-79 2,48-4,52-2,0 3,-33 9,37-8,0-1,0-1,-36 1,-399-6,201-1,219 3,-51 9,-34 1,-199-14,-121 4,320 10,-61 1,-2343-14,2493 2,-51 10,-28 1,-373-11,235-2,106 14,5 0,-1364-13,682-1,788 2,-50 10,-28 1,23-12,44-1,-1 2,-88 14,-65 10,115-16,-1-4,-103-8,48 1,-629 2,748-2,0-1,1 0,-47-15,47 12,-1 0,1 1,-50-3,38 7,1-2,-37-8,62 9,-84-15,-173-22,97 15,105 13,41 6,0 2,-34-2,-74-7,88 6,-50 0,61 4,-54-9,54 6,-57-2,59 5,-51-8,50 5,-48-2,-1196 6,578 3,669-1,-52 10,51-6,-50 3,-26-10,-80 4,120 10,49-8,-1-1,-28 2,-89-5,70-1,1 2,-86 13,78-5,-1-4,-118-7,62 0,-382 2,482-2,-54-9,53 6,-50-2,60 6,1-2,-29-5,-35-5,-238 13,152 1,163-1,3 0,0 1,0-1,0 0,0 0,0-1,0 1,0-1,0 1,0-1,0 0,0 0,0 0,-5-4,10 3,1 0,-1-1,1 1,-1 0,1 0,0 0,0 1,-1-1,1 1,1-1,4-1,166-52,-134 46,60-8,-76 14,75-3,-72 5,-1 0,1-2,44-10,-30 4,0 1,1 2,58 0,-66 4,-4-2,1 0,36-11,-38 7,2 2,42-4,178-16,-33 1,-115 15,46-2,26-3,-74 4,-7 1,92-4,860 15,-861 14,-87-4,48 12,-102-14,-1-2,56 3,-39-7,88 18,-92-11,107 5,-130-14,1 2,-1 2,50 13,-46-10,8 0,65 3,-12-3,146 17,-172-18,135-5,-4-1,-94 10,51 2,-158-13,66-1,125 16,-107-6,0-3,115-8,-56-1,-21 5,134-5,-172-8,-49 5,55-2,10 7,118-16,-171 13,58 1,-65 3,-1-2,60-9,-40 3,-1 3,1 2,73 6,-12 0,1371-3,-1447 2,51 9,43 2,642-14,-750 3,51 8,-51-4,49 1,433-8,-486 2,54 11,21 0,246-11,-165-2,-147-1,54-9,28-2,21 1,21 0,-146 11,1-1,-1 0,0-1,0-1,23-8,-21 6,-1 1,2 0,-1 2,19-2,195-20,-143 14,-40 4,61 0,100-5,5 0,-39 0,-1-1,-89 14,327-15,-253 3,175 10,-142 3,-76 0,128-4,-132-11,35 0,545 14,-646 1,50 9,45 2,-119-13,68 1,89 12,133 12,-227-18,106-3,-108-5,120 15,124 15,-228-22,150-6,-104-4,-106 5,50 9,-49-6,46 2,-17-7,-17-1,0 2,83 13,-91-8,61 1,30 4,-49-1,2-5,113-7,-53-1,-70 2,87 3,-162-2,0 0,-1 0,1 0,0 0,-1 1,1-1,0 1,-1 0,1 0,-1 0,1 0,-1 1,1-1,-1 0,0 1,0 0,1-1,-1 1,-1 0,1 0,0 0,0 1,-1-1,1 0,-1 1,0-1,0 0,0 1,0 0,1 2,-2-1,0 0,0 1,0-1,0 0,-1 0,0 0,0 0,0 0,0 0,-1 0,1 0,-1 0,0-1,0 1,-1 0,1-1,-1 0,1 0,-5 4,-31 32,2 1,-48 71,30 5,28-76,18-28,0 1,0 0,-6 16,10-21,0-1,0 0,0-1,-1 1,-1-1,1 0,-1 0,-8 7,-22 23,27-26,-1 0,-1-1,0 0,0-1,0-1,-1 1,0-2,-1 0,-23 8,-33 19,57-28,-1 0,0-1,0 0,0 0,-22 1,-1 2,10-3,0-1,0-1,-27-2,27-1,0 2,-52 7,13 2,-1-3,0-4,-96-6,32 1,-73 15,-9 0,-1488-15,929 3,745-3,0 0,-28-7,-46-4,-43 15,-65-4,114-8,-63-4,-1438 13,722 3,826 0,-48 8,-45 3,-1162-14,1243-3,0-2,-88-21,37 6,-256-51,319 63,-66-4,63 9,-61-13,60 8,-93-5,-11-1,79 7,0 3,-107 7,54 0,-1117-2,1218 2,0 0,-26 7,25-4,-51 3,-9-9,37 0,-1 1,-100 16,123-12,0-1,-49-1,50-3,0 2,0 1,-29 6,-7 2,0-3,-1-3,-105-7,40 0,-55 15,-5 1,139-13,-25-2,0 4,1 3,-80 16,104-13,0-2,-87 0,19-3,-79 21,136-17,-183 11,205-16,0 2,-66 15,67-11,-1-1,-64 2,19-5,-95 17,97-10,-103 2,-193 4,215-11,112-6,1 2,-64 11,73-7,-1-2,-52-2,53-2,-1 1,-52 10,60-6,-47 1,59-6,0 2,0 0,0 2,0 0,-26 9,29-6,1-1,-1-2,0 0,-41 2,-91-8,56-1,60 4,0 1,-60 11,36-5,0-3,0-2,-73-7,11 1,-1635 3,1751 0,0 0,0-1,0 0,0-1,1 1,-1-2,0 1,1 0,0-1,0 0,-10-7,-2-3,1-1,-21-21,30 26,-17-18,0-2,2 0,-24-42,-15-21,48 75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6:48.9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50,'53'1,"25"-1,138-15,-129 6,0 4,108 7,-54 0,1088-2,-1057-13,-3 0,1353 13,-684 1,-817-1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6:51.0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0 362,'324'-18,"-232"7,-13 1,84 0,73-5,-131 5,112-14,-63 1,-100 13,0 3,58-2,662 10,-573 14,-100-4,-36-3,73 19,-83-14,0-2,71 3,-44-7,-1 4,82 22,-101-20,175 31,-66-7,-72-14,-72-16,-1 0,1-2,47 4,-52-8,1 2,25 6,9 1,7 0,-32-4,63 3,-87-9,0 0,0 1,-1 0,1 1,-1-1,1 1,-1 1,0-1,1 1,-1 1,-1-1,1 1,0 0,-1 1,0-1,0 1,0 1,5 5,14 12,-5-3,1-2,29 20,-42-33,0-1,1 1,-1-1,1 0,0-1,1 0,-1-1,0 0,1 0,13 0,375-1,-184-3,-203 1,0 0,0-1,0 0,0-1,0 0,-1 0,1-1,-1-1,0 0,10-7,15-10,43-38,-52 40,133-101,-72 65,-58 40,-2-2,0-1,37-34,-46 37,1 1,1 1,39-22,14-10,-10 6,2 3,106-45,-105 52,-50 23,0 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6:57.5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0 148,'131'-2,"140"5,-166 8,50 2,1945-14,-1807-11,-23 0,66-3,-158 5,-14 1,304-7,-1 2,-198 3,-22 0,185-2,-58 1,-3-1,2257 14,-2593 1,54 9,-52-5,50 1,738-8,-797 0,55-11,-55 7,53-3,90 11,123-5,-196-9,-50 4,55 0,878 8,-837 12,0-1,912-13,-893 14,-3 0,32-15,148 4,-234 9,58 2,508-14,-647 3,-1 0,1 2,46 13,-47-10,0-1,1-1,49 3,-50-9,1 1,-1 0,0 1,1 2,34 7,-42-5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7:03.4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1 148,'656'0,"-488"-13,-13 1,-28 11,233-12,93 1,-46 5,613-11,-647 20,-31 0,374-4,-117-23,-374 15,226-5,-95 3,-2 0,1849 13,-1971 12,-5-1,61 3,-130-4,146 9,305 8,1164-29,-1755 0,0-1,33-7,31-4,71 15,61-4,-142-10,-49 8,-1 0,31-1,1306 5,-628 1,-541 12,-2-1,54 1,18-1,-73-15,248 6,-319 8,62 2,-177-13,28-1,1 2,0 0,-1 2,31 7,-20-3,1-2,0-2,0-1,54-6,4 1,584 3,-662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7:06.9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0,'19589'0'0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7:10.5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0,'5427'0'0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7:14.3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0,'9748'0'0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7:21.8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0,'19743'0'0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7:27.9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1 225,'148'2,"160"-4,-199-10,43-2,-141 14,351-13,227 1,-361 14,1176-2,-1222-12,-8-1,1265 14,-1415-2,1-1,28-7,-26 4,44-3,-59 8,201-14,-109 4,195 8,-141 4,-55-1,359-17,-137-13,-7 25,-34 3,-175-11,-57 5,56 1,-62 6,0-1,71-12,-81 7,1 1,-1 3,1 0,0 2,0 2,60 11,-72-6,0 1,-1 2,35 17,-39-16,1-1,0-1,1-2,-1 0,33 6,142 17,-130-19,-41-7,0 0,29 0,19-2,123-5,-123-9,-51 8,1 0,30-1,-17 4,47-10,-49 6,57-3,-47 8,-8-1,1 2,0 1,64 13,69 10,-126-19,1-1,-1-2,81-6,-26 0,-1 3,-77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7:32.7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430 1,'-15'0,"0"2,-1 0,1 0,0 2,0 0,-24 10,14-5,-28 8,-2-3,0-2,-57 6,194-22,101 8,-32 14,234 57,230 57,363 29,-802-134,640 78,-434-67,420 18,49-57,-819 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14:51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18767,'6084'0'0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14:55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28185,'8843'0'0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14:59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25103,'10895'0'0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7:48.3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1,'9'1,"0"1,-1 0,1 0,-1 1,1 0,-1 0,0 1,0 0,9 7,39 16,-23-18,1-2,56 4,-53-6,163 14,-76-3,228 2,-59-4,63 12,365 8,30 13,-638-37,-98-8,636 37,2687-41,-3320 1,1-1,31-7,32-3,-10 11,-51 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7:54.3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1,'1255'0,"-1208"2,46 8,34 2,849-10,-478-4,-467 3,54 11,-54-7,52 3,42-10,89 3,-139 11,-52-7,-1-2,30 2,-15-5,-8-1,1 2,-1 1,52 10,-52-7,-1-1,55 1,-50-4,58 8,-33-1,1-3,0-3,65-5,-8 1,236 21,-140-9,-5 0,-49 1,181-10,-146-3,2102 2,-2270-2,0-1,-1-1,46-12,-45 9,0 1,0 1,47-3,-47 7,-1-1,25-6,-24 3,48-2,710 8,-765-2,-1-1,35-8,31-3,351 12,-208 3,-194 0,-1 1,46 11,-29-4,181 30,64-11,-271-28,22-1,83 13,-88-7,0-2,0-1,1-2,47-6,36-19,-80 17,-9 0,1 2,47 0,-63 4,-1-1,34-8,31-2,112 14,74-4,-182-9,-50 5,59-1,-9 9,94-4,-154-2,0-1,30-10,-35 8,0 2,1 0,43-3,-49 7,-1-1,1-1,-1 0,0-1,0-1,24-10,-26 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7:55.6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0 244,'509'0,"-471"-1,49-10,30-1,118 14,108-4,-225-10,70-2,37 3,6-1,269 13,-476-3,-1 0,30-7,32-3,26 0,-67 6,50-1,27 9,104-4,-209-1,-1 0,0-1,0-1,0 0,23-12,-24 10,1 1,0 0,0 1,0 1,18-3,-32 7,57-10,-54 9,0 0,0 0,0-1,-1 1,1-1,0 0,-1 0,1 0,-1-1,0 1,6-7,0-3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7:59.1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88,'24'2,"0"0,29 7,41 3,-46-8,82 16,-83-10,0-3,49 1,13-7,237 12,197 0,-335-16,1326 3,-1482-2,58-11,-17 2,-9 0,-41 5,59-1,-31 8,-17 1,1-2,0-3,56-11,-54 6,1 3,-1 2,76 7,-17-2,460-2,-558-1,0-1,-1-1,1 0,33-13,-33 10,0 1,1 1,-1 0,30-2,157 9,104-5,-222-9,-47 5,50-2,-26 10,51-4,-103 1,1-1,-1 0,0-1,0 0,-1-1,1 0,13-8,-12 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8:01.9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0,'7743'0'0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8:03.6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75,'46'-2,"61"-11,-15 1,-10 2,-42 4,59-1,2026 8,-2100-2,0-2,31-6,24-3,-329 12,-24 1,174 11,55-6,-50 1,-46 5,-1 0,-142 2,1 15,81-21,-40 4,155 2,44-6,1-2,-56 1,53-8,-7 0,-1 2,-96 14,76-6,51-8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8:07.4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0,'15778'0'0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8:11.4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5,'1'2,"0"0,0 0,0 0,0-1,0 1,0 0,0-1,1 1,-1-1,0 1,1-1,-1 0,1 0,0 1,-1-1,1 0,0-1,0 1,0 0,2 0,40 15,125 8,-83-16,151-8,-97-3,190 18,175-3,-308-15,1339 3,-1271-12,-8-1,1055 14,-1131-14,-2 0,922 14,-1061-3,51-8,-49 4,46-1,-37 5,71-13,-115 14,49-5,1 2,-1 3,67 7,-111-4,-1 1,1 0,-1 0,0 2,0-1,0 1,0 1,15 10,-15-8,1-2,-1 1,1-1,0-1,1 0,24 5,90 9,69 5,-152-17,0-3,1-1,81-5,-27-1,2342 3,-2420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8:17.6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0,'15607'171'0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8:19.6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27,'76'1,"30"0,143-17,-134 6,197 8,-146 4,2892-2,-2833 13,-7-1,219 7,-113-14,-53-4,-161 10,38 2,194-14,-489 1,124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8:20.8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149 3,'-148'0,"282"-3,150 6,-197 9,-50-7,59 3,-60-8,1 1,61 12,-28-6,0-2,92-7,-121 2,-120-2,-90 4,100 10,49-8,-1 0,-25 0,-263-4,288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8:25.5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80,'44'-1,"0"-1,-1-3,0-1,51-14,-49 12,-1 2,1 1,0 3,74 5,-20 0,2205-3,-1900 15,-218-6,194 15,34 2,-278-21,601 14,-212-5,-250-3,213 11,275 5,-392-15,-4 0,877-13,-1223-1,-1 0,38-9,-12 1,-35 9,0-2,0 1,0-2,0 1,-1-1,1-1,-1 0,0 0,16-12,-16 10,1 1,0 0,1 1,-1 0,23-6,15-6,-20 7,0 1,1 2,51-6,13-4,76-7,-127 18,0 1,0 2,87 5,-31 1,-34-1,-1 3,1 3,70 17,-64-12,-46-10,-1 1,0 1,31 11,-37-10,1-1,-1 0,29 1,15 4,-14-2,-36-7,0 0,0 2,0-1,19 8,-25-6,-6-1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15:11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25693,'6766'0'0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15:13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1 171 9830,'138'2'2573,"150"-4"1430,-81-23-1201,-123 16-1502,124-6 1670,-118 16-1768,33 0 1200,152-17 0,-84 3-2395,-22 2-8,31 1 1,-123 9 0,82-13 0,77-18 0,-129 29 0,-77 4 0,1-2 0,-1-1 0,50-10 0,-39 5 0,-22 5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8:30.7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0,'17536'0'0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8:36.2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0,'19613'0'0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8:40.5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0,'6789'0'0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8:47.9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0,'20345'0'0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8:52.7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0 125,'65'0,"100"-15,-74 6,177 6,-164 5,108-11,231-6,-48 6,42-10,-117 7,169 0,-30 0,623 1,-661 13,1300-2,-1196 25,8 0,-77-12,125 24,-437-26,65 1,321-13,-558-1,-1-1,1-1,-41-12,40 8,0 2,-1 1,-34-1,-132-9,87 5,4 0,-84-4,-137 16,-217-4,310-9,-111-2,-3757 14,4080-1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17:36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27856,'7696'0'0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17:39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26355,'7913'0'0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0:21:41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 9830,'4'0'328,"2"-4"-1,3-1 1,5-1 0,4 2-1,3 1 1,-2-3 0,0-1-1,-4-2 1,1-1 0,1 2-1,-2 2-327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8:55.9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0,'12530'0'0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8:58.3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1894 0,'-9'1,"-1"-1,1 2,0-1,0 1,0 1,0-1,0 2,-15 7,-65 46,29-16,5-10,-61 25,69-32,36-17,0-1,-1-1,0 0,-18 6,-36 10,128-16,30-4,115 15,92 5,-136-10,185-10,-147-4,-33 2,407 17,-2-4,-350-14,112 21,33-12,-296-9,-385-17,145 8,9 2,116 4,-353-26,-54 18,145 1,-8-1,-156 3,25 1,-597-8,664 20,-89-3,437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9:26.8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63 152,'-43'-6,"25"-4,18 9,0 1,-1-1,1 1,0-1,0 1,0-1,0 0,0 1,0-1,-1 1,1-1,0 1,1-1,-1 1,0-1,0 0,0 1,0-1,0 1,0-1,1 1,-1-1,0 1,0-1,1 1,-1-1,0 1,1-1,-1 1,1 0,-1-1,1 1,8-6,0 1,0 1,1-1,0 2,-1-1,1 1,1 1,19-3,101-14,30-5,-8-5,-92 23,0 2,86 7,-31 0,-81-3,-1-1,1 1,-1 2,57 11,-60-7,52 3,13 1,-61-5,61 0,-65-4,0 0,55 11,-64-8,1-1,0-1,23-1,-28-2,-1 2,1 0,-1 0,1 2,-1 0,23 8,-17-3,1-1,0-1,0-1,0-2,29 2,128-7,-70-1,-9 5,113-4,-176-7,-24 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9:30.3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 0,'14215'-24'0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9:32.5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0,'17636'0'0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9:36.6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0,'15950'0'0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9:40.4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0,'19197'0'0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23:39:44.5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0,'6306'0'0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9:51.1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1,'2394'0,"-2372"0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23:39:52.4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1652 368,'58'-1,"62"1,128 16,-27 1,-100-9,613 3,-443-14,2719 3,-2454-35,-366 17,-12-1,143-7,-35 1,14 0,-249 22,0-3,100-25,-50 8,-36 7,-60 15,0-1,0 1,-1-1,1 0,-1-1,1 1,-1-1,0 0,0 0,0 0,3-4,-7 7,0-1,-1 1,1-1,0 1,0-1,-1 1,1-1,0 1,-1-1,1 1,-1-1,1 1,0 0,-1-1,1 1,-1 0,1-1,-1 1,1 0,-1-1,1 1,-1 0,0 0,1 0,-1 0,1 0,-1 0,1-1,-1 1,0 1,1-1,-1 0,1 0,-1 0,-1 0,-25-2,-902 1,427 4,368-3,-545-15,-104 3,478 15,-3790-3,3940-13,13 0,4 1,-9 0,106 12,-5 1,0-3,-74-11,48 0,0 3,-127-2,186 12,-1-1,1 0,0-1,0 0,0-1,-18-6,63 3,61 8,0 4,111 23,-96-12,125 4,451 9,-517-21,916 3,-647-15,1870 3,-1938-13,4 0,-195 15,183-4,-224-9,64-2,531 14,-717 0,0 0,0 1,18 6,18 2,-31-8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C9CBCDA-6C2C-469B-AC73-16FD0F4708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950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846E422-BB65-4558-8A2F-3D025D2EE60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Creational</a:t>
            </a:r>
            <a:r>
              <a:rPr lang="en-US" baseline="0" dirty="0"/>
              <a:t> design patterns use to create objects  efficiently. Such as create objet for an initial state and copy it or clone it everything a new game started. </a:t>
            </a:r>
          </a:p>
          <a:p>
            <a:endParaRPr lang="en-US" baseline="0" dirty="0"/>
          </a:p>
          <a:p>
            <a:r>
              <a:rPr lang="en-US" baseline="0" dirty="0"/>
              <a:t>Structural design patterns: used to ease the design by identifying a simple way to realize relationships between entities such as identifying how objects are composed using inheritance relationships, or how one object represents in another object. </a:t>
            </a:r>
          </a:p>
          <a:p>
            <a:endParaRPr lang="en-US" baseline="0" dirty="0"/>
          </a:p>
          <a:p>
            <a:r>
              <a:rPr lang="en-US" baseline="0" dirty="0"/>
              <a:t>Behavioral design patterns: identify common communication patterns between objects and realize these patterns to increase the flexibility in carrying the communication. Such as chain of </a:t>
            </a:r>
            <a:r>
              <a:rPr lang="en-US" baseline="0" dirty="0" err="1"/>
              <a:t>responsibiliy</a:t>
            </a:r>
            <a:r>
              <a:rPr lang="en-US" baseline="0" dirty="0"/>
              <a:t> pattern which passes messages from object to another until it reached the object that is </a:t>
            </a:r>
            <a:r>
              <a:rPr lang="en-US" baseline="0" dirty="0" err="1"/>
              <a:t>cabaple</a:t>
            </a:r>
            <a:r>
              <a:rPr lang="en-US" baseline="0" dirty="0"/>
              <a:t> of </a:t>
            </a:r>
            <a:r>
              <a:rPr lang="en-US" baseline="0" dirty="0" err="1"/>
              <a:t>handeling</a:t>
            </a:r>
            <a:r>
              <a:rPr lang="en-US" baseline="0" dirty="0"/>
              <a:t> the request which in response reduce the coupling between the sender on the </a:t>
            </a:r>
            <a:r>
              <a:rPr lang="en-US" baseline="0" dirty="0" err="1"/>
              <a:t>recivever</a:t>
            </a:r>
            <a:r>
              <a:rPr lang="en-US" baseline="0" dirty="0"/>
              <a:t> that will </a:t>
            </a:r>
            <a:r>
              <a:rPr lang="en-US" baseline="0" dirty="0" err="1"/>
              <a:t>handel</a:t>
            </a:r>
            <a:r>
              <a:rPr lang="en-US" baseline="0" dirty="0"/>
              <a:t> the request. </a:t>
            </a:r>
          </a:p>
          <a:p>
            <a:endParaRPr lang="en-US" baseline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70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99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Encapsulation: is the concept of bind data and function together to prevent it from outside interference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80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18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Granularity is</a:t>
            </a:r>
            <a:r>
              <a:rPr lang="en-US" baseline="0" dirty="0"/>
              <a:t> the level of details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0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Reduce the implementation dependencies between subsystems  since it tights objects to interfaces not to </a:t>
            </a:r>
            <a:r>
              <a:rPr lang="en-US" dirty="0" err="1"/>
              <a:t>implementaion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Reduce the implementation dependencies between subsystems  since it tights objects to interfaces not to </a:t>
            </a:r>
            <a:r>
              <a:rPr lang="en-US" dirty="0" err="1"/>
              <a:t>implementaion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 of coffee and </a:t>
            </a:r>
            <a:r>
              <a:rPr lang="en-US" dirty="0" err="1"/>
              <a:t>cofferCup</a:t>
            </a:r>
            <a:r>
              <a:rPr lang="en-US" baseline="0" dirty="0"/>
              <a:t> in word document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Window can became circular at rum-time by replacing Rectangle instance with a Circle instance, assuming Rectangle and Circle have the same type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0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9CBCDA-6C2C-469B-AC73-16FD0F470829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0CEC9-48B6-4406-8E33-76A216F912C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99BA3-6C62-46BE-AD7F-9DDA295084E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A4896-1FD1-4C72-B165-7BE87A319E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BF8790-266A-4290-8E91-FCBA2E501E7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CC467F-3657-47C6-8148-D2210C737C7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BA7EDD-DF25-4CF8-9718-748E51BDCD5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F4F73D-CCCF-4007-94FC-232EC07AFFA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FFE1F2-2716-4BAE-BFF1-F5E5463C754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739E62-C4DE-4CC9-B844-61F028F3723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BBBEB5-C7C7-4D48-B0A2-8F314353A5D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51BDE3-5502-4083-8580-D572199F3C8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B25D716-EF56-4696-9331-2715C3F78DD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12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" Type="http://schemas.openxmlformats.org/officeDocument/2006/relationships/customXml" Target="../ink/ink7.xml"/><Relationship Id="rId21" Type="http://schemas.openxmlformats.org/officeDocument/2006/relationships/customXml" Target="../ink/ink16.xml"/><Relationship Id="rId7" Type="http://schemas.openxmlformats.org/officeDocument/2006/relationships/customXml" Target="../ink/ink9.xml"/><Relationship Id="rId12" Type="http://schemas.openxmlformats.org/officeDocument/2006/relationships/image" Target="../media/image11.png"/><Relationship Id="rId17" Type="http://schemas.openxmlformats.org/officeDocument/2006/relationships/customXml" Target="../ink/ink14.xml"/><Relationship Id="rId25" Type="http://schemas.openxmlformats.org/officeDocument/2006/relationships/customXml" Target="../ink/ink18.xml"/><Relationship Id="rId2" Type="http://schemas.microsoft.com/office/2018/10/relationships/comments" Target="../comments/modernComment_141_0.xml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29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11.xml"/><Relationship Id="rId24" Type="http://schemas.openxmlformats.org/officeDocument/2006/relationships/image" Target="../media/image17.png"/><Relationship Id="rId5" Type="http://schemas.openxmlformats.org/officeDocument/2006/relationships/customXml" Target="../ink/ink8.xml"/><Relationship Id="rId15" Type="http://schemas.openxmlformats.org/officeDocument/2006/relationships/customXml" Target="../ink/ink13.xml"/><Relationship Id="rId23" Type="http://schemas.openxmlformats.org/officeDocument/2006/relationships/customXml" Target="../ink/ink17.xml"/><Relationship Id="rId28" Type="http://schemas.openxmlformats.org/officeDocument/2006/relationships/image" Target="../media/image19.png"/><Relationship Id="rId10" Type="http://schemas.openxmlformats.org/officeDocument/2006/relationships/image" Target="../media/image10.png"/><Relationship Id="rId19" Type="http://schemas.openxmlformats.org/officeDocument/2006/relationships/customXml" Target="../ink/ink15.xml"/><Relationship Id="rId4" Type="http://schemas.openxmlformats.org/officeDocument/2006/relationships/image" Target="../media/image710.png"/><Relationship Id="rId9" Type="http://schemas.openxmlformats.org/officeDocument/2006/relationships/customXml" Target="../ink/ink10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19.xml"/><Relationship Id="rId30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.png"/><Relationship Id="rId21" Type="http://schemas.openxmlformats.org/officeDocument/2006/relationships/customXml" Target="../ink/ink30.xml"/><Relationship Id="rId42" Type="http://schemas.openxmlformats.org/officeDocument/2006/relationships/image" Target="../media/image37.png"/><Relationship Id="rId47" Type="http://schemas.openxmlformats.org/officeDocument/2006/relationships/customXml" Target="../ink/ink43.xml"/><Relationship Id="rId63" Type="http://schemas.openxmlformats.org/officeDocument/2006/relationships/customXml" Target="../ink/ink51.xml"/><Relationship Id="rId68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png"/><Relationship Id="rId29" Type="http://schemas.openxmlformats.org/officeDocument/2006/relationships/customXml" Target="../ink/ink34.xml"/><Relationship Id="rId11" Type="http://schemas.openxmlformats.org/officeDocument/2006/relationships/customXml" Target="../ink/ink25.xml"/><Relationship Id="rId24" Type="http://schemas.openxmlformats.org/officeDocument/2006/relationships/image" Target="../media/image28.png"/><Relationship Id="rId32" Type="http://schemas.openxmlformats.org/officeDocument/2006/relationships/image" Target="../media/image32.png"/><Relationship Id="rId37" Type="http://schemas.openxmlformats.org/officeDocument/2006/relationships/customXml" Target="../ink/ink38.xml"/><Relationship Id="rId40" Type="http://schemas.openxmlformats.org/officeDocument/2006/relationships/image" Target="../media/image36.png"/><Relationship Id="rId45" Type="http://schemas.openxmlformats.org/officeDocument/2006/relationships/customXml" Target="../ink/ink42.xml"/><Relationship Id="rId53" Type="http://schemas.openxmlformats.org/officeDocument/2006/relationships/customXml" Target="../ink/ink46.xml"/><Relationship Id="rId58" Type="http://schemas.openxmlformats.org/officeDocument/2006/relationships/image" Target="../media/image45.png"/><Relationship Id="rId66" Type="http://schemas.openxmlformats.org/officeDocument/2006/relationships/image" Target="../media/image49.png"/><Relationship Id="rId74" Type="http://schemas.openxmlformats.org/officeDocument/2006/relationships/image" Target="../media/image53.png"/><Relationship Id="rId5" Type="http://schemas.openxmlformats.org/officeDocument/2006/relationships/customXml" Target="../ink/ink22.xml"/><Relationship Id="rId61" Type="http://schemas.openxmlformats.org/officeDocument/2006/relationships/customXml" Target="../ink/ink50.xml"/><Relationship Id="rId19" Type="http://schemas.openxmlformats.org/officeDocument/2006/relationships/customXml" Target="../ink/ink29.xml"/><Relationship Id="rId14" Type="http://schemas.openxmlformats.org/officeDocument/2006/relationships/image" Target="../media/image23.png"/><Relationship Id="rId22" Type="http://schemas.openxmlformats.org/officeDocument/2006/relationships/image" Target="../media/image27.png"/><Relationship Id="rId27" Type="http://schemas.openxmlformats.org/officeDocument/2006/relationships/customXml" Target="../ink/ink33.xml"/><Relationship Id="rId30" Type="http://schemas.openxmlformats.org/officeDocument/2006/relationships/image" Target="../media/image31.png"/><Relationship Id="rId35" Type="http://schemas.openxmlformats.org/officeDocument/2006/relationships/customXml" Target="../ink/ink37.xml"/><Relationship Id="rId43" Type="http://schemas.openxmlformats.org/officeDocument/2006/relationships/customXml" Target="../ink/ink41.xml"/><Relationship Id="rId48" Type="http://schemas.openxmlformats.org/officeDocument/2006/relationships/image" Target="../media/image40.png"/><Relationship Id="rId56" Type="http://schemas.openxmlformats.org/officeDocument/2006/relationships/image" Target="../media/image44.png"/><Relationship Id="rId64" Type="http://schemas.openxmlformats.org/officeDocument/2006/relationships/image" Target="../media/image48.png"/><Relationship Id="rId69" Type="http://schemas.openxmlformats.org/officeDocument/2006/relationships/customXml" Target="../ink/ink54.xml"/><Relationship Id="rId8" Type="http://schemas.openxmlformats.org/officeDocument/2006/relationships/image" Target="../media/image2010.png"/><Relationship Id="rId51" Type="http://schemas.openxmlformats.org/officeDocument/2006/relationships/customXml" Target="../ink/ink45.xml"/><Relationship Id="rId72" Type="http://schemas.openxmlformats.org/officeDocument/2006/relationships/image" Target="../media/image52.png"/><Relationship Id="rId3" Type="http://schemas.openxmlformats.org/officeDocument/2006/relationships/customXml" Target="../ink/ink21.xml"/><Relationship Id="rId12" Type="http://schemas.openxmlformats.org/officeDocument/2006/relationships/image" Target="../media/image22.png"/><Relationship Id="rId17" Type="http://schemas.openxmlformats.org/officeDocument/2006/relationships/customXml" Target="../ink/ink28.xml"/><Relationship Id="rId25" Type="http://schemas.openxmlformats.org/officeDocument/2006/relationships/customXml" Target="../ink/ink32.xml"/><Relationship Id="rId33" Type="http://schemas.openxmlformats.org/officeDocument/2006/relationships/customXml" Target="../ink/ink36.xml"/><Relationship Id="rId38" Type="http://schemas.openxmlformats.org/officeDocument/2006/relationships/image" Target="../media/image35.png"/><Relationship Id="rId46" Type="http://schemas.openxmlformats.org/officeDocument/2006/relationships/image" Target="../media/image39.png"/><Relationship Id="rId59" Type="http://schemas.openxmlformats.org/officeDocument/2006/relationships/customXml" Target="../ink/ink49.xml"/><Relationship Id="rId67" Type="http://schemas.openxmlformats.org/officeDocument/2006/relationships/customXml" Target="../ink/ink53.xml"/><Relationship Id="rId20" Type="http://schemas.openxmlformats.org/officeDocument/2006/relationships/image" Target="../media/image26.png"/><Relationship Id="rId41" Type="http://schemas.openxmlformats.org/officeDocument/2006/relationships/customXml" Target="../ink/ink40.xml"/><Relationship Id="rId54" Type="http://schemas.openxmlformats.org/officeDocument/2006/relationships/image" Target="../media/image43.png"/><Relationship Id="rId62" Type="http://schemas.openxmlformats.org/officeDocument/2006/relationships/image" Target="../media/image47.png"/><Relationship Id="rId70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0.png"/><Relationship Id="rId15" Type="http://schemas.openxmlformats.org/officeDocument/2006/relationships/customXml" Target="../ink/ink27.xml"/><Relationship Id="rId23" Type="http://schemas.openxmlformats.org/officeDocument/2006/relationships/customXml" Target="../ink/ink31.xml"/><Relationship Id="rId28" Type="http://schemas.openxmlformats.org/officeDocument/2006/relationships/image" Target="../media/image30.png"/><Relationship Id="rId36" Type="http://schemas.openxmlformats.org/officeDocument/2006/relationships/image" Target="../media/image34.png"/><Relationship Id="rId49" Type="http://schemas.openxmlformats.org/officeDocument/2006/relationships/customXml" Target="../ink/ink44.xml"/><Relationship Id="rId57" Type="http://schemas.openxmlformats.org/officeDocument/2006/relationships/customXml" Target="../ink/ink48.xml"/><Relationship Id="rId10" Type="http://schemas.openxmlformats.org/officeDocument/2006/relationships/image" Target="../media/image21.png"/><Relationship Id="rId31" Type="http://schemas.openxmlformats.org/officeDocument/2006/relationships/customXml" Target="../ink/ink35.xml"/><Relationship Id="rId44" Type="http://schemas.openxmlformats.org/officeDocument/2006/relationships/image" Target="../media/image38.png"/><Relationship Id="rId52" Type="http://schemas.openxmlformats.org/officeDocument/2006/relationships/image" Target="../media/image42.png"/><Relationship Id="rId60" Type="http://schemas.openxmlformats.org/officeDocument/2006/relationships/image" Target="../media/image46.png"/><Relationship Id="rId65" Type="http://schemas.openxmlformats.org/officeDocument/2006/relationships/customXml" Target="../ink/ink52.xml"/><Relationship Id="rId73" Type="http://schemas.openxmlformats.org/officeDocument/2006/relationships/customXml" Target="../ink/ink56.xml"/><Relationship Id="rId4" Type="http://schemas.openxmlformats.org/officeDocument/2006/relationships/image" Target="../media/image1810.png"/><Relationship Id="rId9" Type="http://schemas.openxmlformats.org/officeDocument/2006/relationships/customXml" Target="../ink/ink24.xml"/><Relationship Id="rId13" Type="http://schemas.openxmlformats.org/officeDocument/2006/relationships/customXml" Target="../ink/ink26.xml"/><Relationship Id="rId18" Type="http://schemas.openxmlformats.org/officeDocument/2006/relationships/image" Target="../media/image25.png"/><Relationship Id="rId39" Type="http://schemas.openxmlformats.org/officeDocument/2006/relationships/customXml" Target="../ink/ink39.xml"/><Relationship Id="rId34" Type="http://schemas.openxmlformats.org/officeDocument/2006/relationships/image" Target="../media/image33.png"/><Relationship Id="rId50" Type="http://schemas.openxmlformats.org/officeDocument/2006/relationships/image" Target="../media/image41.png"/><Relationship Id="rId55" Type="http://schemas.openxmlformats.org/officeDocument/2006/relationships/customXml" Target="../ink/ink47.xml"/><Relationship Id="rId7" Type="http://schemas.openxmlformats.org/officeDocument/2006/relationships/customXml" Target="../ink/ink23.xml"/><Relationship Id="rId71" Type="http://schemas.openxmlformats.org/officeDocument/2006/relationships/customXml" Target="../ink/ink5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0.xml"/><Relationship Id="rId13" Type="http://schemas.openxmlformats.org/officeDocument/2006/relationships/image" Target="../media/image59.png"/><Relationship Id="rId18" Type="http://schemas.openxmlformats.org/officeDocument/2006/relationships/customXml" Target="../ink/ink65.xml"/><Relationship Id="rId3" Type="http://schemas.openxmlformats.org/officeDocument/2006/relationships/image" Target="../media/image54.png"/><Relationship Id="rId7" Type="http://schemas.openxmlformats.org/officeDocument/2006/relationships/image" Target="../media/image56.png"/><Relationship Id="rId12" Type="http://schemas.openxmlformats.org/officeDocument/2006/relationships/customXml" Target="../ink/ink62.xml"/><Relationship Id="rId17" Type="http://schemas.openxmlformats.org/officeDocument/2006/relationships/image" Target="../media/image61.png"/><Relationship Id="rId2" Type="http://schemas.openxmlformats.org/officeDocument/2006/relationships/customXml" Target="../ink/ink57.xml"/><Relationship Id="rId16" Type="http://schemas.openxmlformats.org/officeDocument/2006/relationships/customXml" Target="../ink/ink6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11" Type="http://schemas.openxmlformats.org/officeDocument/2006/relationships/image" Target="../media/image58.png"/><Relationship Id="rId5" Type="http://schemas.openxmlformats.org/officeDocument/2006/relationships/image" Target="../media/image55.png"/><Relationship Id="rId15" Type="http://schemas.openxmlformats.org/officeDocument/2006/relationships/image" Target="../media/image60.png"/><Relationship Id="rId10" Type="http://schemas.openxmlformats.org/officeDocument/2006/relationships/customXml" Target="../ink/ink61.xml"/><Relationship Id="rId19" Type="http://schemas.openxmlformats.org/officeDocument/2006/relationships/image" Target="../media/image62.png"/><Relationship Id="rId4" Type="http://schemas.openxmlformats.org/officeDocument/2006/relationships/customXml" Target="../ink/ink58.xml"/><Relationship Id="rId9" Type="http://schemas.openxmlformats.org/officeDocument/2006/relationships/image" Target="../media/image57.png"/><Relationship Id="rId14" Type="http://schemas.openxmlformats.org/officeDocument/2006/relationships/customXml" Target="../ink/ink63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customXml" Target="../ink/ink74.xml"/><Relationship Id="rId26" Type="http://schemas.openxmlformats.org/officeDocument/2006/relationships/customXml" Target="../ink/ink78.xml"/><Relationship Id="rId3" Type="http://schemas.openxmlformats.org/officeDocument/2006/relationships/image" Target="../media/image63.png"/><Relationship Id="rId21" Type="http://schemas.openxmlformats.org/officeDocument/2006/relationships/image" Target="../media/image72.png"/><Relationship Id="rId7" Type="http://schemas.openxmlformats.org/officeDocument/2006/relationships/image" Target="../media/image65.png"/><Relationship Id="rId12" Type="http://schemas.openxmlformats.org/officeDocument/2006/relationships/customXml" Target="../ink/ink71.xml"/><Relationship Id="rId17" Type="http://schemas.openxmlformats.org/officeDocument/2006/relationships/image" Target="../media/image70.png"/><Relationship Id="rId25" Type="http://schemas.openxmlformats.org/officeDocument/2006/relationships/image" Target="../media/image74.png"/><Relationship Id="rId33" Type="http://schemas.openxmlformats.org/officeDocument/2006/relationships/image" Target="../media/image78.png"/><Relationship Id="rId2" Type="http://schemas.openxmlformats.org/officeDocument/2006/relationships/customXml" Target="../ink/ink66.xml"/><Relationship Id="rId16" Type="http://schemas.openxmlformats.org/officeDocument/2006/relationships/customXml" Target="../ink/ink73.xml"/><Relationship Id="rId20" Type="http://schemas.openxmlformats.org/officeDocument/2006/relationships/customXml" Target="../ink/ink75.xml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8.xml"/><Relationship Id="rId11" Type="http://schemas.openxmlformats.org/officeDocument/2006/relationships/image" Target="../media/image67.png"/><Relationship Id="rId24" Type="http://schemas.openxmlformats.org/officeDocument/2006/relationships/customXml" Target="../ink/ink77.xml"/><Relationship Id="rId32" Type="http://schemas.openxmlformats.org/officeDocument/2006/relationships/customXml" Target="../ink/ink81.xml"/><Relationship Id="rId5" Type="http://schemas.openxmlformats.org/officeDocument/2006/relationships/image" Target="../media/image64.png"/><Relationship Id="rId15" Type="http://schemas.openxmlformats.org/officeDocument/2006/relationships/image" Target="../media/image69.png"/><Relationship Id="rId23" Type="http://schemas.openxmlformats.org/officeDocument/2006/relationships/image" Target="../media/image73.png"/><Relationship Id="rId28" Type="http://schemas.openxmlformats.org/officeDocument/2006/relationships/customXml" Target="../ink/ink79.xml"/><Relationship Id="rId10" Type="http://schemas.openxmlformats.org/officeDocument/2006/relationships/customXml" Target="../ink/ink70.xml"/><Relationship Id="rId19" Type="http://schemas.openxmlformats.org/officeDocument/2006/relationships/image" Target="../media/image71.png"/><Relationship Id="rId31" Type="http://schemas.openxmlformats.org/officeDocument/2006/relationships/image" Target="../media/image77.png"/><Relationship Id="rId4" Type="http://schemas.openxmlformats.org/officeDocument/2006/relationships/customXml" Target="../ink/ink67.xml"/><Relationship Id="rId9" Type="http://schemas.openxmlformats.org/officeDocument/2006/relationships/image" Target="../media/image66.png"/><Relationship Id="rId14" Type="http://schemas.openxmlformats.org/officeDocument/2006/relationships/customXml" Target="../ink/ink72.xml"/><Relationship Id="rId22" Type="http://schemas.openxmlformats.org/officeDocument/2006/relationships/customXml" Target="../ink/ink76.xml"/><Relationship Id="rId27" Type="http://schemas.openxmlformats.org/officeDocument/2006/relationships/image" Target="../media/image75.png"/><Relationship Id="rId30" Type="http://schemas.openxmlformats.org/officeDocument/2006/relationships/customXml" Target="../ink/ink80.xml"/><Relationship Id="rId8" Type="http://schemas.openxmlformats.org/officeDocument/2006/relationships/customXml" Target="../ink/ink6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5.xml"/><Relationship Id="rId13" Type="http://schemas.openxmlformats.org/officeDocument/2006/relationships/image" Target="../media/image83.png"/><Relationship Id="rId18" Type="http://schemas.openxmlformats.org/officeDocument/2006/relationships/customXml" Target="../ink/ink90.xml"/><Relationship Id="rId3" Type="http://schemas.openxmlformats.org/officeDocument/2006/relationships/image" Target="../media/image780.png"/><Relationship Id="rId7" Type="http://schemas.openxmlformats.org/officeDocument/2006/relationships/image" Target="../media/image80.png"/><Relationship Id="rId12" Type="http://schemas.openxmlformats.org/officeDocument/2006/relationships/customXml" Target="../ink/ink87.xml"/><Relationship Id="rId17" Type="http://schemas.openxmlformats.org/officeDocument/2006/relationships/image" Target="../media/image85.png"/><Relationship Id="rId2" Type="http://schemas.openxmlformats.org/officeDocument/2006/relationships/customXml" Target="../ink/ink82.xml"/><Relationship Id="rId16" Type="http://schemas.openxmlformats.org/officeDocument/2006/relationships/customXml" Target="../ink/ink8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4.xml"/><Relationship Id="rId11" Type="http://schemas.openxmlformats.org/officeDocument/2006/relationships/image" Target="../media/image82.png"/><Relationship Id="rId5" Type="http://schemas.openxmlformats.org/officeDocument/2006/relationships/image" Target="../media/image79.png"/><Relationship Id="rId15" Type="http://schemas.openxmlformats.org/officeDocument/2006/relationships/image" Target="../media/image84.png"/><Relationship Id="rId10" Type="http://schemas.openxmlformats.org/officeDocument/2006/relationships/customXml" Target="../ink/ink86.xml"/><Relationship Id="rId19" Type="http://schemas.openxmlformats.org/officeDocument/2006/relationships/image" Target="../media/image86.png"/><Relationship Id="rId4" Type="http://schemas.openxmlformats.org/officeDocument/2006/relationships/customXml" Target="../ink/ink83.xml"/><Relationship Id="rId9" Type="http://schemas.openxmlformats.org/officeDocument/2006/relationships/image" Target="../media/image81.png"/><Relationship Id="rId14" Type="http://schemas.openxmlformats.org/officeDocument/2006/relationships/customXml" Target="../ink/ink8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4.xml"/><Relationship Id="rId13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89.png"/><Relationship Id="rId12" Type="http://schemas.openxmlformats.org/officeDocument/2006/relationships/customXml" Target="../ink/ink96.xml"/><Relationship Id="rId2" Type="http://schemas.openxmlformats.org/officeDocument/2006/relationships/customXml" Target="../ink/ink9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3.xml"/><Relationship Id="rId11" Type="http://schemas.openxmlformats.org/officeDocument/2006/relationships/image" Target="../media/image91.png"/><Relationship Id="rId5" Type="http://schemas.openxmlformats.org/officeDocument/2006/relationships/image" Target="../media/image88.png"/><Relationship Id="rId10" Type="http://schemas.openxmlformats.org/officeDocument/2006/relationships/customXml" Target="../ink/ink95.xml"/><Relationship Id="rId4" Type="http://schemas.openxmlformats.org/officeDocument/2006/relationships/customXml" Target="../ink/ink92.xml"/><Relationship Id="rId9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0.xml"/><Relationship Id="rId3" Type="http://schemas.openxmlformats.org/officeDocument/2006/relationships/image" Target="../media/image93.png"/><Relationship Id="rId7" Type="http://schemas.openxmlformats.org/officeDocument/2006/relationships/image" Target="../media/image95.png"/><Relationship Id="rId2" Type="http://schemas.openxmlformats.org/officeDocument/2006/relationships/customXml" Target="../ink/ink9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9.xml"/><Relationship Id="rId11" Type="http://schemas.openxmlformats.org/officeDocument/2006/relationships/image" Target="../media/image97.png"/><Relationship Id="rId5" Type="http://schemas.openxmlformats.org/officeDocument/2006/relationships/image" Target="../media/image94.png"/><Relationship Id="rId10" Type="http://schemas.openxmlformats.org/officeDocument/2006/relationships/customXml" Target="../ink/ink101.xml"/><Relationship Id="rId4" Type="http://schemas.openxmlformats.org/officeDocument/2006/relationships/customXml" Target="../ink/ink98.xml"/><Relationship Id="rId9" Type="http://schemas.openxmlformats.org/officeDocument/2006/relationships/image" Target="../media/image96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7.xml"/><Relationship Id="rId18" Type="http://schemas.openxmlformats.org/officeDocument/2006/relationships/image" Target="../media/image105.png"/><Relationship Id="rId26" Type="http://schemas.openxmlformats.org/officeDocument/2006/relationships/image" Target="../media/image109.png"/><Relationship Id="rId39" Type="http://schemas.openxmlformats.org/officeDocument/2006/relationships/customXml" Target="../ink/ink120.xml"/><Relationship Id="rId21" Type="http://schemas.openxmlformats.org/officeDocument/2006/relationships/customXml" Target="../ink/ink111.xml"/><Relationship Id="rId34" Type="http://schemas.openxmlformats.org/officeDocument/2006/relationships/image" Target="../media/image113.png"/><Relationship Id="rId42" Type="http://schemas.openxmlformats.org/officeDocument/2006/relationships/image" Target="../media/image117.png"/><Relationship Id="rId47" Type="http://schemas.openxmlformats.org/officeDocument/2006/relationships/customXml" Target="../ink/ink124.xml"/><Relationship Id="rId50" Type="http://schemas.openxmlformats.org/officeDocument/2006/relationships/image" Target="../media/image121.png"/><Relationship Id="rId55" Type="http://schemas.openxmlformats.org/officeDocument/2006/relationships/customXml" Target="../ink/ink128.xml"/><Relationship Id="rId7" Type="http://schemas.openxmlformats.org/officeDocument/2006/relationships/customXml" Target="../ink/ink104.xml"/><Relationship Id="rId2" Type="http://schemas.microsoft.com/office/2018/10/relationships/comments" Target="../comments/modernComment_166_3D2384F3.xml"/><Relationship Id="rId16" Type="http://schemas.openxmlformats.org/officeDocument/2006/relationships/image" Target="../media/image104.png"/><Relationship Id="rId29" Type="http://schemas.openxmlformats.org/officeDocument/2006/relationships/customXml" Target="../ink/ink115.xml"/><Relationship Id="rId11" Type="http://schemas.openxmlformats.org/officeDocument/2006/relationships/customXml" Target="../ink/ink106.xml"/><Relationship Id="rId24" Type="http://schemas.openxmlformats.org/officeDocument/2006/relationships/image" Target="../media/image108.png"/><Relationship Id="rId32" Type="http://schemas.openxmlformats.org/officeDocument/2006/relationships/image" Target="../media/image112.png"/><Relationship Id="rId37" Type="http://schemas.openxmlformats.org/officeDocument/2006/relationships/customXml" Target="../ink/ink119.xml"/><Relationship Id="rId40" Type="http://schemas.openxmlformats.org/officeDocument/2006/relationships/image" Target="../media/image116.png"/><Relationship Id="rId45" Type="http://schemas.openxmlformats.org/officeDocument/2006/relationships/customXml" Target="../ink/ink123.xml"/><Relationship Id="rId53" Type="http://schemas.openxmlformats.org/officeDocument/2006/relationships/customXml" Target="../ink/ink127.xml"/><Relationship Id="rId58" Type="http://schemas.openxmlformats.org/officeDocument/2006/relationships/image" Target="../media/image125.png"/><Relationship Id="rId5" Type="http://schemas.openxmlformats.org/officeDocument/2006/relationships/customXml" Target="../ink/ink103.xml"/><Relationship Id="rId19" Type="http://schemas.openxmlformats.org/officeDocument/2006/relationships/customXml" Target="../ink/ink110.xml"/><Relationship Id="rId4" Type="http://schemas.openxmlformats.org/officeDocument/2006/relationships/image" Target="../media/image98.png"/><Relationship Id="rId9" Type="http://schemas.openxmlformats.org/officeDocument/2006/relationships/customXml" Target="../ink/ink105.xml"/><Relationship Id="rId14" Type="http://schemas.openxmlformats.org/officeDocument/2006/relationships/image" Target="../media/image103.png"/><Relationship Id="rId22" Type="http://schemas.openxmlformats.org/officeDocument/2006/relationships/image" Target="../media/image107.png"/><Relationship Id="rId27" Type="http://schemas.openxmlformats.org/officeDocument/2006/relationships/customXml" Target="../ink/ink114.xml"/><Relationship Id="rId30" Type="http://schemas.openxmlformats.org/officeDocument/2006/relationships/image" Target="../media/image111.png"/><Relationship Id="rId35" Type="http://schemas.openxmlformats.org/officeDocument/2006/relationships/customXml" Target="../ink/ink118.xml"/><Relationship Id="rId43" Type="http://schemas.openxmlformats.org/officeDocument/2006/relationships/customXml" Target="../ink/ink122.xml"/><Relationship Id="rId48" Type="http://schemas.openxmlformats.org/officeDocument/2006/relationships/image" Target="../media/image120.png"/><Relationship Id="rId56" Type="http://schemas.openxmlformats.org/officeDocument/2006/relationships/image" Target="../media/image124.png"/><Relationship Id="rId8" Type="http://schemas.openxmlformats.org/officeDocument/2006/relationships/image" Target="../media/image100.png"/><Relationship Id="rId51" Type="http://schemas.openxmlformats.org/officeDocument/2006/relationships/customXml" Target="../ink/ink126.xml"/><Relationship Id="rId3" Type="http://schemas.openxmlformats.org/officeDocument/2006/relationships/customXml" Target="../ink/ink102.xml"/><Relationship Id="rId12" Type="http://schemas.openxmlformats.org/officeDocument/2006/relationships/image" Target="../media/image102.png"/><Relationship Id="rId17" Type="http://schemas.openxmlformats.org/officeDocument/2006/relationships/customXml" Target="../ink/ink109.xml"/><Relationship Id="rId25" Type="http://schemas.openxmlformats.org/officeDocument/2006/relationships/customXml" Target="../ink/ink113.xml"/><Relationship Id="rId33" Type="http://schemas.openxmlformats.org/officeDocument/2006/relationships/customXml" Target="../ink/ink117.xml"/><Relationship Id="rId38" Type="http://schemas.openxmlformats.org/officeDocument/2006/relationships/image" Target="../media/image115.png"/><Relationship Id="rId46" Type="http://schemas.openxmlformats.org/officeDocument/2006/relationships/image" Target="../media/image119.png"/><Relationship Id="rId20" Type="http://schemas.openxmlformats.org/officeDocument/2006/relationships/image" Target="../media/image106.png"/><Relationship Id="rId41" Type="http://schemas.openxmlformats.org/officeDocument/2006/relationships/customXml" Target="../ink/ink121.xml"/><Relationship Id="rId54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5" Type="http://schemas.openxmlformats.org/officeDocument/2006/relationships/customXml" Target="../ink/ink108.xml"/><Relationship Id="rId23" Type="http://schemas.openxmlformats.org/officeDocument/2006/relationships/customXml" Target="../ink/ink112.xml"/><Relationship Id="rId28" Type="http://schemas.openxmlformats.org/officeDocument/2006/relationships/image" Target="../media/image110.png"/><Relationship Id="rId36" Type="http://schemas.openxmlformats.org/officeDocument/2006/relationships/image" Target="../media/image114.png"/><Relationship Id="rId49" Type="http://schemas.openxmlformats.org/officeDocument/2006/relationships/customXml" Target="../ink/ink125.xml"/><Relationship Id="rId57" Type="http://schemas.openxmlformats.org/officeDocument/2006/relationships/customXml" Target="../ink/ink129.xml"/><Relationship Id="rId10" Type="http://schemas.openxmlformats.org/officeDocument/2006/relationships/image" Target="../media/image101.png"/><Relationship Id="rId31" Type="http://schemas.openxmlformats.org/officeDocument/2006/relationships/customXml" Target="../ink/ink116.xml"/><Relationship Id="rId44" Type="http://schemas.openxmlformats.org/officeDocument/2006/relationships/image" Target="../media/image118.png"/><Relationship Id="rId52" Type="http://schemas.openxmlformats.org/officeDocument/2006/relationships/image" Target="../media/image1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customXml" Target="../ink/ink135.xml"/><Relationship Id="rId18" Type="http://schemas.openxmlformats.org/officeDocument/2006/relationships/image" Target="../media/image133.png"/><Relationship Id="rId3" Type="http://schemas.openxmlformats.org/officeDocument/2006/relationships/customXml" Target="../ink/ink130.xml"/><Relationship Id="rId21" Type="http://schemas.openxmlformats.org/officeDocument/2006/relationships/customXml" Target="../ink/ink139.xml"/><Relationship Id="rId7" Type="http://schemas.openxmlformats.org/officeDocument/2006/relationships/customXml" Target="../ink/ink132.xml"/><Relationship Id="rId12" Type="http://schemas.openxmlformats.org/officeDocument/2006/relationships/image" Target="../media/image130.png"/><Relationship Id="rId17" Type="http://schemas.openxmlformats.org/officeDocument/2006/relationships/customXml" Target="../ink/ink137.xml"/><Relationship Id="rId2" Type="http://schemas.microsoft.com/office/2018/10/relationships/comments" Target="../comments/modernComment_16C_B727432.xml"/><Relationship Id="rId16" Type="http://schemas.openxmlformats.org/officeDocument/2006/relationships/image" Target="../media/image132.png"/><Relationship Id="rId20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11" Type="http://schemas.openxmlformats.org/officeDocument/2006/relationships/customXml" Target="../ink/ink134.xml"/><Relationship Id="rId5" Type="http://schemas.openxmlformats.org/officeDocument/2006/relationships/customXml" Target="../ink/ink131.xml"/><Relationship Id="rId15" Type="http://schemas.openxmlformats.org/officeDocument/2006/relationships/customXml" Target="../ink/ink136.xml"/><Relationship Id="rId10" Type="http://schemas.openxmlformats.org/officeDocument/2006/relationships/image" Target="../media/image129.png"/><Relationship Id="rId19" Type="http://schemas.openxmlformats.org/officeDocument/2006/relationships/customXml" Target="../ink/ink138.xml"/><Relationship Id="rId4" Type="http://schemas.openxmlformats.org/officeDocument/2006/relationships/image" Target="../media/image126.png"/><Relationship Id="rId9" Type="http://schemas.openxmlformats.org/officeDocument/2006/relationships/customXml" Target="../ink/ink133.xml"/><Relationship Id="rId14" Type="http://schemas.openxmlformats.org/officeDocument/2006/relationships/image" Target="../media/image131.png"/><Relationship Id="rId22" Type="http://schemas.openxmlformats.org/officeDocument/2006/relationships/image" Target="../media/image135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1.png"/><Relationship Id="rId18" Type="http://schemas.openxmlformats.org/officeDocument/2006/relationships/customXml" Target="../ink/ink148.xml"/><Relationship Id="rId26" Type="http://schemas.openxmlformats.org/officeDocument/2006/relationships/customXml" Target="../ink/ink152.xml"/><Relationship Id="rId39" Type="http://schemas.openxmlformats.org/officeDocument/2006/relationships/image" Target="../media/image154.png"/><Relationship Id="rId21" Type="http://schemas.openxmlformats.org/officeDocument/2006/relationships/image" Target="../media/image145.png"/><Relationship Id="rId34" Type="http://schemas.openxmlformats.org/officeDocument/2006/relationships/customXml" Target="../ink/ink156.xml"/><Relationship Id="rId42" Type="http://schemas.openxmlformats.org/officeDocument/2006/relationships/customXml" Target="../ink/ink160.xml"/><Relationship Id="rId47" Type="http://schemas.openxmlformats.org/officeDocument/2006/relationships/image" Target="../media/image158.png"/><Relationship Id="rId50" Type="http://schemas.openxmlformats.org/officeDocument/2006/relationships/customXml" Target="../ink/ink164.xml"/><Relationship Id="rId55" Type="http://schemas.openxmlformats.org/officeDocument/2006/relationships/image" Target="../media/image162.png"/><Relationship Id="rId7" Type="http://schemas.openxmlformats.org/officeDocument/2006/relationships/image" Target="../media/image138.png"/><Relationship Id="rId2" Type="http://schemas.openxmlformats.org/officeDocument/2006/relationships/customXml" Target="../ink/ink140.xml"/><Relationship Id="rId16" Type="http://schemas.openxmlformats.org/officeDocument/2006/relationships/customXml" Target="../ink/ink147.xml"/><Relationship Id="rId29" Type="http://schemas.openxmlformats.org/officeDocument/2006/relationships/image" Target="../media/image149.png"/><Relationship Id="rId11" Type="http://schemas.openxmlformats.org/officeDocument/2006/relationships/image" Target="../media/image140.png"/><Relationship Id="rId24" Type="http://schemas.openxmlformats.org/officeDocument/2006/relationships/customXml" Target="../ink/ink151.xml"/><Relationship Id="rId32" Type="http://schemas.openxmlformats.org/officeDocument/2006/relationships/customXml" Target="../ink/ink155.xml"/><Relationship Id="rId37" Type="http://schemas.openxmlformats.org/officeDocument/2006/relationships/image" Target="../media/image153.png"/><Relationship Id="rId40" Type="http://schemas.openxmlformats.org/officeDocument/2006/relationships/customXml" Target="../ink/ink159.xml"/><Relationship Id="rId45" Type="http://schemas.openxmlformats.org/officeDocument/2006/relationships/image" Target="../media/image157.png"/><Relationship Id="rId53" Type="http://schemas.openxmlformats.org/officeDocument/2006/relationships/image" Target="../media/image161.png"/><Relationship Id="rId5" Type="http://schemas.openxmlformats.org/officeDocument/2006/relationships/image" Target="../media/image137.png"/><Relationship Id="rId10" Type="http://schemas.openxmlformats.org/officeDocument/2006/relationships/customXml" Target="../ink/ink144.xml"/><Relationship Id="rId19" Type="http://schemas.openxmlformats.org/officeDocument/2006/relationships/image" Target="../media/image144.png"/><Relationship Id="rId31" Type="http://schemas.openxmlformats.org/officeDocument/2006/relationships/image" Target="../media/image150.png"/><Relationship Id="rId44" Type="http://schemas.openxmlformats.org/officeDocument/2006/relationships/customXml" Target="../ink/ink161.xml"/><Relationship Id="rId52" Type="http://schemas.openxmlformats.org/officeDocument/2006/relationships/customXml" Target="../ink/ink165.xml"/><Relationship Id="rId4" Type="http://schemas.openxmlformats.org/officeDocument/2006/relationships/customXml" Target="../ink/ink141.xml"/><Relationship Id="rId9" Type="http://schemas.openxmlformats.org/officeDocument/2006/relationships/image" Target="../media/image139.png"/><Relationship Id="rId14" Type="http://schemas.openxmlformats.org/officeDocument/2006/relationships/customXml" Target="../ink/ink146.xml"/><Relationship Id="rId22" Type="http://schemas.openxmlformats.org/officeDocument/2006/relationships/customXml" Target="../ink/ink150.xml"/><Relationship Id="rId27" Type="http://schemas.openxmlformats.org/officeDocument/2006/relationships/image" Target="../media/image148.png"/><Relationship Id="rId30" Type="http://schemas.openxmlformats.org/officeDocument/2006/relationships/customXml" Target="../ink/ink154.xml"/><Relationship Id="rId35" Type="http://schemas.openxmlformats.org/officeDocument/2006/relationships/image" Target="../media/image152.png"/><Relationship Id="rId43" Type="http://schemas.openxmlformats.org/officeDocument/2006/relationships/image" Target="../media/image156.png"/><Relationship Id="rId48" Type="http://schemas.openxmlformats.org/officeDocument/2006/relationships/customXml" Target="../ink/ink163.xml"/><Relationship Id="rId8" Type="http://schemas.openxmlformats.org/officeDocument/2006/relationships/customXml" Target="../ink/ink143.xml"/><Relationship Id="rId51" Type="http://schemas.openxmlformats.org/officeDocument/2006/relationships/image" Target="../media/image160.png"/><Relationship Id="rId3" Type="http://schemas.openxmlformats.org/officeDocument/2006/relationships/image" Target="../media/image136.png"/><Relationship Id="rId12" Type="http://schemas.openxmlformats.org/officeDocument/2006/relationships/customXml" Target="../ink/ink145.xml"/><Relationship Id="rId17" Type="http://schemas.openxmlformats.org/officeDocument/2006/relationships/image" Target="../media/image143.png"/><Relationship Id="rId25" Type="http://schemas.openxmlformats.org/officeDocument/2006/relationships/image" Target="../media/image147.png"/><Relationship Id="rId33" Type="http://schemas.openxmlformats.org/officeDocument/2006/relationships/image" Target="../media/image151.png"/><Relationship Id="rId38" Type="http://schemas.openxmlformats.org/officeDocument/2006/relationships/customXml" Target="../ink/ink158.xml"/><Relationship Id="rId46" Type="http://schemas.openxmlformats.org/officeDocument/2006/relationships/customXml" Target="../ink/ink162.xml"/><Relationship Id="rId20" Type="http://schemas.openxmlformats.org/officeDocument/2006/relationships/customXml" Target="../ink/ink149.xml"/><Relationship Id="rId41" Type="http://schemas.openxmlformats.org/officeDocument/2006/relationships/image" Target="../media/image155.png"/><Relationship Id="rId54" Type="http://schemas.openxmlformats.org/officeDocument/2006/relationships/customXml" Target="../ink/ink16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2.xml"/><Relationship Id="rId15" Type="http://schemas.openxmlformats.org/officeDocument/2006/relationships/image" Target="../media/image142.png"/><Relationship Id="rId23" Type="http://schemas.openxmlformats.org/officeDocument/2006/relationships/image" Target="../media/image146.png"/><Relationship Id="rId28" Type="http://schemas.openxmlformats.org/officeDocument/2006/relationships/customXml" Target="../ink/ink153.xml"/><Relationship Id="rId36" Type="http://schemas.openxmlformats.org/officeDocument/2006/relationships/customXml" Target="../ink/ink157.xml"/><Relationship Id="rId49" Type="http://schemas.openxmlformats.org/officeDocument/2006/relationships/image" Target="../media/image159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90.png"/><Relationship Id="rId18" Type="http://schemas.openxmlformats.org/officeDocument/2006/relationships/customXml" Target="../ink/ink175.xml"/><Relationship Id="rId26" Type="http://schemas.openxmlformats.org/officeDocument/2006/relationships/customXml" Target="../ink/ink179.xml"/><Relationship Id="rId39" Type="http://schemas.openxmlformats.org/officeDocument/2006/relationships/image" Target="../media/image172.png"/><Relationship Id="rId21" Type="http://schemas.openxmlformats.org/officeDocument/2006/relationships/image" Target="../media/image163.png"/><Relationship Id="rId34" Type="http://schemas.openxmlformats.org/officeDocument/2006/relationships/customXml" Target="../ink/ink183.xml"/><Relationship Id="rId7" Type="http://schemas.openxmlformats.org/officeDocument/2006/relationships/image" Target="../media/image1560.png"/><Relationship Id="rId2" Type="http://schemas.openxmlformats.org/officeDocument/2006/relationships/customXml" Target="../ink/ink167.xml"/><Relationship Id="rId16" Type="http://schemas.openxmlformats.org/officeDocument/2006/relationships/customXml" Target="../ink/ink174.xml"/><Relationship Id="rId20" Type="http://schemas.openxmlformats.org/officeDocument/2006/relationships/customXml" Target="../ink/ink176.xml"/><Relationship Id="rId29" Type="http://schemas.openxmlformats.org/officeDocument/2006/relationships/image" Target="../media/image167.png"/><Relationship Id="rId41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9.xml"/><Relationship Id="rId11" Type="http://schemas.openxmlformats.org/officeDocument/2006/relationships/image" Target="../media/image1580.png"/><Relationship Id="rId24" Type="http://schemas.openxmlformats.org/officeDocument/2006/relationships/customXml" Target="../ink/ink178.xml"/><Relationship Id="rId32" Type="http://schemas.openxmlformats.org/officeDocument/2006/relationships/customXml" Target="../ink/ink182.xml"/><Relationship Id="rId37" Type="http://schemas.openxmlformats.org/officeDocument/2006/relationships/image" Target="../media/image171.png"/><Relationship Id="rId40" Type="http://schemas.openxmlformats.org/officeDocument/2006/relationships/customXml" Target="../ink/ink186.xml"/><Relationship Id="rId5" Type="http://schemas.openxmlformats.org/officeDocument/2006/relationships/image" Target="../media/image1550.png"/><Relationship Id="rId15" Type="http://schemas.openxmlformats.org/officeDocument/2006/relationships/image" Target="../media/image1600.png"/><Relationship Id="rId23" Type="http://schemas.openxmlformats.org/officeDocument/2006/relationships/image" Target="../media/image164.png"/><Relationship Id="rId28" Type="http://schemas.openxmlformats.org/officeDocument/2006/relationships/customXml" Target="../ink/ink180.xml"/><Relationship Id="rId36" Type="http://schemas.openxmlformats.org/officeDocument/2006/relationships/customXml" Target="../ink/ink184.xml"/><Relationship Id="rId10" Type="http://schemas.openxmlformats.org/officeDocument/2006/relationships/customXml" Target="../ink/ink171.xml"/><Relationship Id="rId19" Type="http://schemas.openxmlformats.org/officeDocument/2006/relationships/image" Target="../media/image1620.png"/><Relationship Id="rId31" Type="http://schemas.openxmlformats.org/officeDocument/2006/relationships/image" Target="../media/image168.png"/><Relationship Id="rId4" Type="http://schemas.openxmlformats.org/officeDocument/2006/relationships/customXml" Target="../ink/ink168.xml"/><Relationship Id="rId9" Type="http://schemas.openxmlformats.org/officeDocument/2006/relationships/image" Target="../media/image1570.png"/><Relationship Id="rId14" Type="http://schemas.openxmlformats.org/officeDocument/2006/relationships/customXml" Target="../ink/ink173.xml"/><Relationship Id="rId22" Type="http://schemas.openxmlformats.org/officeDocument/2006/relationships/customXml" Target="../ink/ink177.xml"/><Relationship Id="rId27" Type="http://schemas.openxmlformats.org/officeDocument/2006/relationships/image" Target="../media/image166.png"/><Relationship Id="rId30" Type="http://schemas.openxmlformats.org/officeDocument/2006/relationships/customXml" Target="../ink/ink181.xml"/><Relationship Id="rId35" Type="http://schemas.openxmlformats.org/officeDocument/2006/relationships/image" Target="../media/image170.png"/><Relationship Id="rId8" Type="http://schemas.openxmlformats.org/officeDocument/2006/relationships/customXml" Target="../ink/ink170.xml"/><Relationship Id="rId3" Type="http://schemas.openxmlformats.org/officeDocument/2006/relationships/image" Target="../media/image1540.png"/><Relationship Id="rId12" Type="http://schemas.openxmlformats.org/officeDocument/2006/relationships/customXml" Target="../ink/ink172.xml"/><Relationship Id="rId17" Type="http://schemas.openxmlformats.org/officeDocument/2006/relationships/image" Target="../media/image1610.png"/><Relationship Id="rId25" Type="http://schemas.openxmlformats.org/officeDocument/2006/relationships/image" Target="../media/image165.png"/><Relationship Id="rId33" Type="http://schemas.openxmlformats.org/officeDocument/2006/relationships/image" Target="../media/image169.png"/><Relationship Id="rId38" Type="http://schemas.openxmlformats.org/officeDocument/2006/relationships/customXml" Target="../ink/ink18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2.xml"/><Relationship Id="rId18" Type="http://schemas.openxmlformats.org/officeDocument/2006/relationships/image" Target="../media/image182.png"/><Relationship Id="rId26" Type="http://schemas.openxmlformats.org/officeDocument/2006/relationships/image" Target="../media/image15.png"/><Relationship Id="rId3" Type="http://schemas.openxmlformats.org/officeDocument/2006/relationships/customXml" Target="../ink/ink187.xml"/><Relationship Id="rId21" Type="http://schemas.openxmlformats.org/officeDocument/2006/relationships/customXml" Target="../ink/ink196.xml"/><Relationship Id="rId34" Type="http://schemas.openxmlformats.org/officeDocument/2006/relationships/image" Target="../media/image189.png"/><Relationship Id="rId7" Type="http://schemas.openxmlformats.org/officeDocument/2006/relationships/customXml" Target="../ink/ink189.xml"/><Relationship Id="rId12" Type="http://schemas.openxmlformats.org/officeDocument/2006/relationships/image" Target="../media/image179.png"/><Relationship Id="rId17" Type="http://schemas.openxmlformats.org/officeDocument/2006/relationships/customXml" Target="../ink/ink194.xml"/><Relationship Id="rId25" Type="http://schemas.openxmlformats.org/officeDocument/2006/relationships/customXml" Target="../ink/ink198.xml"/><Relationship Id="rId33" Type="http://schemas.openxmlformats.org/officeDocument/2006/relationships/customXml" Target="../ink/ink202.xml"/><Relationship Id="rId2" Type="http://schemas.microsoft.com/office/2018/10/relationships/comments" Target="../comments/modernComment_152_2FC27F27.xml"/><Relationship Id="rId16" Type="http://schemas.openxmlformats.org/officeDocument/2006/relationships/image" Target="../media/image181.png"/><Relationship Id="rId20" Type="http://schemas.openxmlformats.org/officeDocument/2006/relationships/image" Target="../media/image183.png"/><Relationship Id="rId29" Type="http://schemas.openxmlformats.org/officeDocument/2006/relationships/customXml" Target="../ink/ink20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11" Type="http://schemas.openxmlformats.org/officeDocument/2006/relationships/customXml" Target="../ink/ink191.xml"/><Relationship Id="rId24" Type="http://schemas.openxmlformats.org/officeDocument/2006/relationships/image" Target="../media/image185.png"/><Relationship Id="rId32" Type="http://schemas.openxmlformats.org/officeDocument/2006/relationships/image" Target="../media/image188.png"/><Relationship Id="rId5" Type="http://schemas.openxmlformats.org/officeDocument/2006/relationships/customXml" Target="../ink/ink188.xml"/><Relationship Id="rId15" Type="http://schemas.openxmlformats.org/officeDocument/2006/relationships/customXml" Target="../ink/ink193.xml"/><Relationship Id="rId23" Type="http://schemas.openxmlformats.org/officeDocument/2006/relationships/customXml" Target="../ink/ink197.xml"/><Relationship Id="rId28" Type="http://schemas.openxmlformats.org/officeDocument/2006/relationships/image" Target="../media/image186.png"/><Relationship Id="rId36" Type="http://schemas.openxmlformats.org/officeDocument/2006/relationships/image" Target="../media/image190.png"/><Relationship Id="rId10" Type="http://schemas.openxmlformats.org/officeDocument/2006/relationships/image" Target="../media/image178.png"/><Relationship Id="rId19" Type="http://schemas.openxmlformats.org/officeDocument/2006/relationships/customXml" Target="../ink/ink195.xml"/><Relationship Id="rId31" Type="http://schemas.openxmlformats.org/officeDocument/2006/relationships/customXml" Target="../ink/ink201.xml"/><Relationship Id="rId4" Type="http://schemas.openxmlformats.org/officeDocument/2006/relationships/image" Target="../media/image175.png"/><Relationship Id="rId9" Type="http://schemas.openxmlformats.org/officeDocument/2006/relationships/customXml" Target="../ink/ink190.xml"/><Relationship Id="rId14" Type="http://schemas.openxmlformats.org/officeDocument/2006/relationships/image" Target="../media/image180.png"/><Relationship Id="rId22" Type="http://schemas.openxmlformats.org/officeDocument/2006/relationships/image" Target="../media/image184.png"/><Relationship Id="rId27" Type="http://schemas.openxmlformats.org/officeDocument/2006/relationships/customXml" Target="../ink/ink199.xml"/><Relationship Id="rId30" Type="http://schemas.openxmlformats.org/officeDocument/2006/relationships/image" Target="../media/image187.png"/><Relationship Id="rId35" Type="http://schemas.openxmlformats.org/officeDocument/2006/relationships/customXml" Target="../ink/ink203.xml"/><Relationship Id="rId8" Type="http://schemas.openxmlformats.org/officeDocument/2006/relationships/image" Target="../media/image17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7.xml"/><Relationship Id="rId13" Type="http://schemas.openxmlformats.org/officeDocument/2006/relationships/image" Target="../media/image195.png"/><Relationship Id="rId18" Type="http://schemas.openxmlformats.org/officeDocument/2006/relationships/customXml" Target="../ink/ink212.xml"/><Relationship Id="rId26" Type="http://schemas.openxmlformats.org/officeDocument/2006/relationships/customXml" Target="../ink/ink216.xml"/><Relationship Id="rId3" Type="http://schemas.openxmlformats.org/officeDocument/2006/relationships/image" Target="../media/image1900.png"/><Relationship Id="rId21" Type="http://schemas.openxmlformats.org/officeDocument/2006/relationships/image" Target="../media/image199.png"/><Relationship Id="rId7" Type="http://schemas.openxmlformats.org/officeDocument/2006/relationships/image" Target="../media/image192.png"/><Relationship Id="rId12" Type="http://schemas.openxmlformats.org/officeDocument/2006/relationships/customXml" Target="../ink/ink209.xml"/><Relationship Id="rId17" Type="http://schemas.openxmlformats.org/officeDocument/2006/relationships/image" Target="../media/image197.png"/><Relationship Id="rId25" Type="http://schemas.openxmlformats.org/officeDocument/2006/relationships/image" Target="../media/image201.png"/><Relationship Id="rId2" Type="http://schemas.openxmlformats.org/officeDocument/2006/relationships/customXml" Target="../ink/ink204.xml"/><Relationship Id="rId16" Type="http://schemas.openxmlformats.org/officeDocument/2006/relationships/customXml" Target="../ink/ink211.xml"/><Relationship Id="rId20" Type="http://schemas.openxmlformats.org/officeDocument/2006/relationships/customXml" Target="../ink/ink213.xml"/><Relationship Id="rId29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6.xml"/><Relationship Id="rId11" Type="http://schemas.openxmlformats.org/officeDocument/2006/relationships/image" Target="../media/image194.png"/><Relationship Id="rId24" Type="http://schemas.openxmlformats.org/officeDocument/2006/relationships/customXml" Target="../ink/ink215.xml"/><Relationship Id="rId5" Type="http://schemas.openxmlformats.org/officeDocument/2006/relationships/image" Target="../media/image191.png"/><Relationship Id="rId15" Type="http://schemas.openxmlformats.org/officeDocument/2006/relationships/image" Target="../media/image196.png"/><Relationship Id="rId23" Type="http://schemas.openxmlformats.org/officeDocument/2006/relationships/image" Target="../media/image200.png"/><Relationship Id="rId28" Type="http://schemas.openxmlformats.org/officeDocument/2006/relationships/customXml" Target="../ink/ink217.xml"/><Relationship Id="rId10" Type="http://schemas.openxmlformats.org/officeDocument/2006/relationships/customXml" Target="../ink/ink208.xml"/><Relationship Id="rId19" Type="http://schemas.openxmlformats.org/officeDocument/2006/relationships/image" Target="../media/image198.png"/><Relationship Id="rId4" Type="http://schemas.openxmlformats.org/officeDocument/2006/relationships/customXml" Target="../ink/ink205.xml"/><Relationship Id="rId9" Type="http://schemas.openxmlformats.org/officeDocument/2006/relationships/image" Target="../media/image193.png"/><Relationship Id="rId14" Type="http://schemas.openxmlformats.org/officeDocument/2006/relationships/customXml" Target="../ink/ink210.xml"/><Relationship Id="rId22" Type="http://schemas.openxmlformats.org/officeDocument/2006/relationships/customXml" Target="../ink/ink214.xml"/><Relationship Id="rId27" Type="http://schemas.openxmlformats.org/officeDocument/2006/relationships/image" Target="../media/image202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23.xml"/><Relationship Id="rId18" Type="http://schemas.openxmlformats.org/officeDocument/2006/relationships/image" Target="../media/image212.png"/><Relationship Id="rId26" Type="http://schemas.openxmlformats.org/officeDocument/2006/relationships/image" Target="../media/image216.png"/><Relationship Id="rId39" Type="http://schemas.openxmlformats.org/officeDocument/2006/relationships/customXml" Target="../ink/ink236.xml"/><Relationship Id="rId21" Type="http://schemas.openxmlformats.org/officeDocument/2006/relationships/customXml" Target="../ink/ink227.xml"/><Relationship Id="rId34" Type="http://schemas.openxmlformats.org/officeDocument/2006/relationships/image" Target="../media/image220.png"/><Relationship Id="rId42" Type="http://schemas.openxmlformats.org/officeDocument/2006/relationships/image" Target="../media/image224.png"/><Relationship Id="rId7" Type="http://schemas.openxmlformats.org/officeDocument/2006/relationships/customXml" Target="../ink/ink220.xml"/><Relationship Id="rId2" Type="http://schemas.openxmlformats.org/officeDocument/2006/relationships/image" Target="../media/image204.png"/><Relationship Id="rId16" Type="http://schemas.openxmlformats.org/officeDocument/2006/relationships/image" Target="../media/image211.png"/><Relationship Id="rId20" Type="http://schemas.openxmlformats.org/officeDocument/2006/relationships/image" Target="../media/image213.png"/><Relationship Id="rId29" Type="http://schemas.openxmlformats.org/officeDocument/2006/relationships/customXml" Target="../ink/ink231.xml"/><Relationship Id="rId41" Type="http://schemas.openxmlformats.org/officeDocument/2006/relationships/customXml" Target="../ink/ink2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11" Type="http://schemas.openxmlformats.org/officeDocument/2006/relationships/customXml" Target="../ink/ink222.xml"/><Relationship Id="rId24" Type="http://schemas.openxmlformats.org/officeDocument/2006/relationships/image" Target="../media/image215.png"/><Relationship Id="rId32" Type="http://schemas.openxmlformats.org/officeDocument/2006/relationships/image" Target="../media/image219.png"/><Relationship Id="rId37" Type="http://schemas.openxmlformats.org/officeDocument/2006/relationships/customXml" Target="../ink/ink235.xml"/><Relationship Id="rId40" Type="http://schemas.openxmlformats.org/officeDocument/2006/relationships/image" Target="../media/image223.png"/><Relationship Id="rId5" Type="http://schemas.openxmlformats.org/officeDocument/2006/relationships/customXml" Target="../ink/ink219.xml"/><Relationship Id="rId15" Type="http://schemas.openxmlformats.org/officeDocument/2006/relationships/customXml" Target="../ink/ink224.xml"/><Relationship Id="rId23" Type="http://schemas.openxmlformats.org/officeDocument/2006/relationships/customXml" Target="../ink/ink228.xml"/><Relationship Id="rId28" Type="http://schemas.openxmlformats.org/officeDocument/2006/relationships/image" Target="../media/image217.png"/><Relationship Id="rId36" Type="http://schemas.openxmlformats.org/officeDocument/2006/relationships/image" Target="../media/image221.png"/><Relationship Id="rId10" Type="http://schemas.openxmlformats.org/officeDocument/2006/relationships/image" Target="../media/image208.png"/><Relationship Id="rId19" Type="http://schemas.openxmlformats.org/officeDocument/2006/relationships/customXml" Target="../ink/ink226.xml"/><Relationship Id="rId31" Type="http://schemas.openxmlformats.org/officeDocument/2006/relationships/customXml" Target="../ink/ink232.xml"/><Relationship Id="rId4" Type="http://schemas.openxmlformats.org/officeDocument/2006/relationships/image" Target="../media/image205.png"/><Relationship Id="rId9" Type="http://schemas.openxmlformats.org/officeDocument/2006/relationships/customXml" Target="../ink/ink221.xml"/><Relationship Id="rId14" Type="http://schemas.openxmlformats.org/officeDocument/2006/relationships/image" Target="../media/image210.png"/><Relationship Id="rId22" Type="http://schemas.openxmlformats.org/officeDocument/2006/relationships/image" Target="../media/image214.png"/><Relationship Id="rId27" Type="http://schemas.openxmlformats.org/officeDocument/2006/relationships/customXml" Target="../ink/ink230.xml"/><Relationship Id="rId30" Type="http://schemas.openxmlformats.org/officeDocument/2006/relationships/image" Target="../media/image218.png"/><Relationship Id="rId35" Type="http://schemas.openxmlformats.org/officeDocument/2006/relationships/customXml" Target="../ink/ink234.xml"/><Relationship Id="rId8" Type="http://schemas.openxmlformats.org/officeDocument/2006/relationships/image" Target="../media/image207.png"/><Relationship Id="rId3" Type="http://schemas.openxmlformats.org/officeDocument/2006/relationships/customXml" Target="../ink/ink218.xml"/><Relationship Id="rId12" Type="http://schemas.openxmlformats.org/officeDocument/2006/relationships/image" Target="../media/image209.png"/><Relationship Id="rId17" Type="http://schemas.openxmlformats.org/officeDocument/2006/relationships/customXml" Target="../ink/ink225.xml"/><Relationship Id="rId25" Type="http://schemas.openxmlformats.org/officeDocument/2006/relationships/customXml" Target="../ink/ink229.xml"/><Relationship Id="rId33" Type="http://schemas.openxmlformats.org/officeDocument/2006/relationships/customXml" Target="../ink/ink233.xml"/><Relationship Id="rId38" Type="http://schemas.openxmlformats.org/officeDocument/2006/relationships/image" Target="../media/image2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1.xml"/><Relationship Id="rId13" Type="http://schemas.openxmlformats.org/officeDocument/2006/relationships/image" Target="../media/image230.png"/><Relationship Id="rId18" Type="http://schemas.openxmlformats.org/officeDocument/2006/relationships/customXml" Target="../ink/ink246.xml"/><Relationship Id="rId26" Type="http://schemas.openxmlformats.org/officeDocument/2006/relationships/customXml" Target="../ink/ink250.xml"/><Relationship Id="rId3" Type="http://schemas.openxmlformats.org/officeDocument/2006/relationships/image" Target="../media/image225.png"/><Relationship Id="rId21" Type="http://schemas.openxmlformats.org/officeDocument/2006/relationships/image" Target="../media/image234.png"/><Relationship Id="rId7" Type="http://schemas.openxmlformats.org/officeDocument/2006/relationships/image" Target="../media/image227.png"/><Relationship Id="rId12" Type="http://schemas.openxmlformats.org/officeDocument/2006/relationships/customXml" Target="../ink/ink243.xml"/><Relationship Id="rId17" Type="http://schemas.openxmlformats.org/officeDocument/2006/relationships/image" Target="../media/image232.png"/><Relationship Id="rId25" Type="http://schemas.openxmlformats.org/officeDocument/2006/relationships/image" Target="../media/image236.png"/><Relationship Id="rId2" Type="http://schemas.openxmlformats.org/officeDocument/2006/relationships/customXml" Target="../ink/ink238.xml"/><Relationship Id="rId16" Type="http://schemas.openxmlformats.org/officeDocument/2006/relationships/customXml" Target="../ink/ink245.xml"/><Relationship Id="rId20" Type="http://schemas.openxmlformats.org/officeDocument/2006/relationships/customXml" Target="../ink/ink247.xml"/><Relationship Id="rId29" Type="http://schemas.openxmlformats.org/officeDocument/2006/relationships/image" Target="../media/image23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0.xml"/><Relationship Id="rId11" Type="http://schemas.openxmlformats.org/officeDocument/2006/relationships/image" Target="../media/image229.png"/><Relationship Id="rId24" Type="http://schemas.openxmlformats.org/officeDocument/2006/relationships/customXml" Target="../ink/ink249.xml"/><Relationship Id="rId5" Type="http://schemas.openxmlformats.org/officeDocument/2006/relationships/image" Target="../media/image226.png"/><Relationship Id="rId15" Type="http://schemas.openxmlformats.org/officeDocument/2006/relationships/image" Target="../media/image231.png"/><Relationship Id="rId23" Type="http://schemas.openxmlformats.org/officeDocument/2006/relationships/image" Target="../media/image235.png"/><Relationship Id="rId28" Type="http://schemas.openxmlformats.org/officeDocument/2006/relationships/customXml" Target="../ink/ink251.xml"/><Relationship Id="rId10" Type="http://schemas.openxmlformats.org/officeDocument/2006/relationships/customXml" Target="../ink/ink242.xml"/><Relationship Id="rId19" Type="http://schemas.openxmlformats.org/officeDocument/2006/relationships/image" Target="../media/image233.png"/><Relationship Id="rId4" Type="http://schemas.openxmlformats.org/officeDocument/2006/relationships/customXml" Target="../ink/ink239.xml"/><Relationship Id="rId9" Type="http://schemas.openxmlformats.org/officeDocument/2006/relationships/image" Target="../media/image228.png"/><Relationship Id="rId14" Type="http://schemas.openxmlformats.org/officeDocument/2006/relationships/customXml" Target="../ink/ink244.xml"/><Relationship Id="rId22" Type="http://schemas.openxmlformats.org/officeDocument/2006/relationships/customXml" Target="../ink/ink248.xml"/><Relationship Id="rId27" Type="http://schemas.openxmlformats.org/officeDocument/2006/relationships/image" Target="../media/image237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4.png"/><Relationship Id="rId18" Type="http://schemas.openxmlformats.org/officeDocument/2006/relationships/customXml" Target="../ink/ink260.xml"/><Relationship Id="rId26" Type="http://schemas.openxmlformats.org/officeDocument/2006/relationships/customXml" Target="../ink/ink264.xml"/><Relationship Id="rId21" Type="http://schemas.openxmlformats.org/officeDocument/2006/relationships/image" Target="../media/image248.png"/><Relationship Id="rId34" Type="http://schemas.openxmlformats.org/officeDocument/2006/relationships/customXml" Target="../ink/ink268.xml"/><Relationship Id="rId7" Type="http://schemas.openxmlformats.org/officeDocument/2006/relationships/image" Target="../media/image241.png"/><Relationship Id="rId12" Type="http://schemas.openxmlformats.org/officeDocument/2006/relationships/customXml" Target="../ink/ink257.xml"/><Relationship Id="rId17" Type="http://schemas.openxmlformats.org/officeDocument/2006/relationships/image" Target="../media/image246.png"/><Relationship Id="rId25" Type="http://schemas.openxmlformats.org/officeDocument/2006/relationships/image" Target="../media/image250.png"/><Relationship Id="rId33" Type="http://schemas.openxmlformats.org/officeDocument/2006/relationships/image" Target="../media/image254.png"/><Relationship Id="rId2" Type="http://schemas.openxmlformats.org/officeDocument/2006/relationships/customXml" Target="../ink/ink252.xml"/><Relationship Id="rId16" Type="http://schemas.openxmlformats.org/officeDocument/2006/relationships/customXml" Target="../ink/ink259.xml"/><Relationship Id="rId20" Type="http://schemas.openxmlformats.org/officeDocument/2006/relationships/customXml" Target="../ink/ink261.xml"/><Relationship Id="rId29" Type="http://schemas.openxmlformats.org/officeDocument/2006/relationships/image" Target="../media/image25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4.xml"/><Relationship Id="rId11" Type="http://schemas.openxmlformats.org/officeDocument/2006/relationships/image" Target="../media/image243.png"/><Relationship Id="rId24" Type="http://schemas.openxmlformats.org/officeDocument/2006/relationships/customXml" Target="../ink/ink263.xml"/><Relationship Id="rId32" Type="http://schemas.openxmlformats.org/officeDocument/2006/relationships/customXml" Target="../ink/ink267.xml"/><Relationship Id="rId37" Type="http://schemas.openxmlformats.org/officeDocument/2006/relationships/image" Target="../media/image256.png"/><Relationship Id="rId5" Type="http://schemas.openxmlformats.org/officeDocument/2006/relationships/image" Target="../media/image240.png"/><Relationship Id="rId15" Type="http://schemas.openxmlformats.org/officeDocument/2006/relationships/image" Target="../media/image245.png"/><Relationship Id="rId23" Type="http://schemas.openxmlformats.org/officeDocument/2006/relationships/image" Target="../media/image249.png"/><Relationship Id="rId28" Type="http://schemas.openxmlformats.org/officeDocument/2006/relationships/customXml" Target="../ink/ink265.xml"/><Relationship Id="rId36" Type="http://schemas.openxmlformats.org/officeDocument/2006/relationships/customXml" Target="../ink/ink269.xml"/><Relationship Id="rId10" Type="http://schemas.openxmlformats.org/officeDocument/2006/relationships/customXml" Target="../ink/ink256.xml"/><Relationship Id="rId19" Type="http://schemas.openxmlformats.org/officeDocument/2006/relationships/image" Target="../media/image247.png"/><Relationship Id="rId31" Type="http://schemas.openxmlformats.org/officeDocument/2006/relationships/image" Target="../media/image253.png"/><Relationship Id="rId4" Type="http://schemas.openxmlformats.org/officeDocument/2006/relationships/customXml" Target="../ink/ink253.xml"/><Relationship Id="rId9" Type="http://schemas.openxmlformats.org/officeDocument/2006/relationships/image" Target="../media/image242.png"/><Relationship Id="rId14" Type="http://schemas.openxmlformats.org/officeDocument/2006/relationships/customXml" Target="../ink/ink258.xml"/><Relationship Id="rId22" Type="http://schemas.openxmlformats.org/officeDocument/2006/relationships/customXml" Target="../ink/ink262.xml"/><Relationship Id="rId27" Type="http://schemas.openxmlformats.org/officeDocument/2006/relationships/image" Target="../media/image251.png"/><Relationship Id="rId30" Type="http://schemas.openxmlformats.org/officeDocument/2006/relationships/customXml" Target="../ink/ink266.xml"/><Relationship Id="rId35" Type="http://schemas.openxmlformats.org/officeDocument/2006/relationships/image" Target="../media/image255.png"/><Relationship Id="rId8" Type="http://schemas.openxmlformats.org/officeDocument/2006/relationships/customXml" Target="../ink/ink255.xml"/><Relationship Id="rId3" Type="http://schemas.openxmlformats.org/officeDocument/2006/relationships/image" Target="../media/image2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3.xml"/><Relationship Id="rId13" Type="http://schemas.openxmlformats.org/officeDocument/2006/relationships/image" Target="../media/image262.png"/><Relationship Id="rId18" Type="http://schemas.openxmlformats.org/officeDocument/2006/relationships/customXml" Target="../ink/ink278.xml"/><Relationship Id="rId3" Type="http://schemas.openxmlformats.org/officeDocument/2006/relationships/image" Target="../media/image257.png"/><Relationship Id="rId21" Type="http://schemas.openxmlformats.org/officeDocument/2006/relationships/image" Target="../media/image266.png"/><Relationship Id="rId7" Type="http://schemas.openxmlformats.org/officeDocument/2006/relationships/image" Target="../media/image259.png"/><Relationship Id="rId12" Type="http://schemas.openxmlformats.org/officeDocument/2006/relationships/customXml" Target="../ink/ink275.xml"/><Relationship Id="rId17" Type="http://schemas.openxmlformats.org/officeDocument/2006/relationships/image" Target="../media/image264.png"/><Relationship Id="rId2" Type="http://schemas.openxmlformats.org/officeDocument/2006/relationships/customXml" Target="../ink/ink270.xml"/><Relationship Id="rId16" Type="http://schemas.openxmlformats.org/officeDocument/2006/relationships/customXml" Target="../ink/ink277.xml"/><Relationship Id="rId20" Type="http://schemas.openxmlformats.org/officeDocument/2006/relationships/customXml" Target="../ink/ink27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2.xml"/><Relationship Id="rId11" Type="http://schemas.openxmlformats.org/officeDocument/2006/relationships/image" Target="../media/image261.png"/><Relationship Id="rId5" Type="http://schemas.openxmlformats.org/officeDocument/2006/relationships/image" Target="../media/image258.png"/><Relationship Id="rId15" Type="http://schemas.openxmlformats.org/officeDocument/2006/relationships/image" Target="../media/image263.png"/><Relationship Id="rId10" Type="http://schemas.openxmlformats.org/officeDocument/2006/relationships/customXml" Target="../ink/ink274.xml"/><Relationship Id="rId19" Type="http://schemas.openxmlformats.org/officeDocument/2006/relationships/image" Target="../media/image265.png"/><Relationship Id="rId4" Type="http://schemas.openxmlformats.org/officeDocument/2006/relationships/customXml" Target="../ink/ink271.xml"/><Relationship Id="rId9" Type="http://schemas.openxmlformats.org/officeDocument/2006/relationships/image" Target="../media/image260.png"/><Relationship Id="rId14" Type="http://schemas.openxmlformats.org/officeDocument/2006/relationships/customXml" Target="../ink/ink276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85.xml"/><Relationship Id="rId18" Type="http://schemas.openxmlformats.org/officeDocument/2006/relationships/image" Target="../media/image274.png"/><Relationship Id="rId26" Type="http://schemas.openxmlformats.org/officeDocument/2006/relationships/image" Target="../media/image278.png"/><Relationship Id="rId39" Type="http://schemas.openxmlformats.org/officeDocument/2006/relationships/customXml" Target="../ink/ink298.xml"/><Relationship Id="rId21" Type="http://schemas.openxmlformats.org/officeDocument/2006/relationships/customXml" Target="../ink/ink289.xml"/><Relationship Id="rId34" Type="http://schemas.openxmlformats.org/officeDocument/2006/relationships/image" Target="../media/image282.png"/><Relationship Id="rId42" Type="http://schemas.openxmlformats.org/officeDocument/2006/relationships/image" Target="../media/image285.png"/><Relationship Id="rId47" Type="http://schemas.openxmlformats.org/officeDocument/2006/relationships/customXml" Target="../ink/ink302.xml"/><Relationship Id="rId50" Type="http://schemas.openxmlformats.org/officeDocument/2006/relationships/image" Target="../media/image289.png"/><Relationship Id="rId7" Type="http://schemas.openxmlformats.org/officeDocument/2006/relationships/customXml" Target="../ink/ink282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3.png"/><Relationship Id="rId29" Type="http://schemas.openxmlformats.org/officeDocument/2006/relationships/customXml" Target="../ink/ink293.xml"/><Relationship Id="rId11" Type="http://schemas.openxmlformats.org/officeDocument/2006/relationships/customXml" Target="../ink/ink284.xml"/><Relationship Id="rId24" Type="http://schemas.openxmlformats.org/officeDocument/2006/relationships/image" Target="../media/image277.png"/><Relationship Id="rId32" Type="http://schemas.openxmlformats.org/officeDocument/2006/relationships/image" Target="../media/image281.png"/><Relationship Id="rId37" Type="http://schemas.openxmlformats.org/officeDocument/2006/relationships/customXml" Target="../ink/ink297.xml"/><Relationship Id="rId40" Type="http://schemas.openxmlformats.org/officeDocument/2006/relationships/image" Target="../media/image284.png"/><Relationship Id="rId45" Type="http://schemas.openxmlformats.org/officeDocument/2006/relationships/customXml" Target="../ink/ink301.xml"/><Relationship Id="rId5" Type="http://schemas.openxmlformats.org/officeDocument/2006/relationships/customXml" Target="../ink/ink281.xml"/><Relationship Id="rId15" Type="http://schemas.openxmlformats.org/officeDocument/2006/relationships/customXml" Target="../ink/ink286.xml"/><Relationship Id="rId23" Type="http://schemas.openxmlformats.org/officeDocument/2006/relationships/customXml" Target="../ink/ink290.xml"/><Relationship Id="rId28" Type="http://schemas.openxmlformats.org/officeDocument/2006/relationships/image" Target="../media/image279.png"/><Relationship Id="rId36" Type="http://schemas.openxmlformats.org/officeDocument/2006/relationships/image" Target="../media/image283.png"/><Relationship Id="rId49" Type="http://schemas.openxmlformats.org/officeDocument/2006/relationships/customXml" Target="../ink/ink303.xml"/><Relationship Id="rId10" Type="http://schemas.openxmlformats.org/officeDocument/2006/relationships/image" Target="../media/image270.png"/><Relationship Id="rId19" Type="http://schemas.openxmlformats.org/officeDocument/2006/relationships/customXml" Target="../ink/ink288.xml"/><Relationship Id="rId31" Type="http://schemas.openxmlformats.org/officeDocument/2006/relationships/customXml" Target="../ink/ink294.xml"/><Relationship Id="rId44" Type="http://schemas.openxmlformats.org/officeDocument/2006/relationships/image" Target="../media/image286.png"/><Relationship Id="rId52" Type="http://schemas.openxmlformats.org/officeDocument/2006/relationships/image" Target="../media/image290.png"/><Relationship Id="rId4" Type="http://schemas.openxmlformats.org/officeDocument/2006/relationships/image" Target="../media/image267.png"/><Relationship Id="rId9" Type="http://schemas.openxmlformats.org/officeDocument/2006/relationships/customXml" Target="../ink/ink283.xml"/><Relationship Id="rId14" Type="http://schemas.openxmlformats.org/officeDocument/2006/relationships/image" Target="../media/image272.png"/><Relationship Id="rId22" Type="http://schemas.openxmlformats.org/officeDocument/2006/relationships/image" Target="../media/image276.png"/><Relationship Id="rId27" Type="http://schemas.openxmlformats.org/officeDocument/2006/relationships/customXml" Target="../ink/ink292.xml"/><Relationship Id="rId30" Type="http://schemas.openxmlformats.org/officeDocument/2006/relationships/image" Target="../media/image280.png"/><Relationship Id="rId35" Type="http://schemas.openxmlformats.org/officeDocument/2006/relationships/customXml" Target="../ink/ink296.xml"/><Relationship Id="rId43" Type="http://schemas.openxmlformats.org/officeDocument/2006/relationships/customXml" Target="../ink/ink300.xml"/><Relationship Id="rId48" Type="http://schemas.openxmlformats.org/officeDocument/2006/relationships/image" Target="../media/image288.png"/><Relationship Id="rId8" Type="http://schemas.openxmlformats.org/officeDocument/2006/relationships/image" Target="../media/image269.png"/><Relationship Id="rId51" Type="http://schemas.openxmlformats.org/officeDocument/2006/relationships/customXml" Target="../ink/ink304.xml"/><Relationship Id="rId3" Type="http://schemas.openxmlformats.org/officeDocument/2006/relationships/customXml" Target="../ink/ink280.xml"/><Relationship Id="rId12" Type="http://schemas.openxmlformats.org/officeDocument/2006/relationships/image" Target="../media/image271.png"/><Relationship Id="rId17" Type="http://schemas.openxmlformats.org/officeDocument/2006/relationships/customXml" Target="../ink/ink287.xml"/><Relationship Id="rId25" Type="http://schemas.openxmlformats.org/officeDocument/2006/relationships/customXml" Target="../ink/ink291.xml"/><Relationship Id="rId33" Type="http://schemas.openxmlformats.org/officeDocument/2006/relationships/customXml" Target="../ink/ink295.xml"/><Relationship Id="rId38" Type="http://schemas.openxmlformats.org/officeDocument/2006/relationships/image" Target="../media/image44.png"/><Relationship Id="rId46" Type="http://schemas.openxmlformats.org/officeDocument/2006/relationships/image" Target="../media/image287.png"/><Relationship Id="rId20" Type="http://schemas.openxmlformats.org/officeDocument/2006/relationships/image" Target="../media/image275.png"/><Relationship Id="rId41" Type="http://schemas.openxmlformats.org/officeDocument/2006/relationships/customXml" Target="../ink/ink29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png"/><Relationship Id="rId13" Type="http://schemas.openxmlformats.org/officeDocument/2006/relationships/customXml" Target="../ink/ink310.xml"/><Relationship Id="rId18" Type="http://schemas.openxmlformats.org/officeDocument/2006/relationships/image" Target="../media/image296.png"/><Relationship Id="rId3" Type="http://schemas.openxmlformats.org/officeDocument/2006/relationships/customXml" Target="../ink/ink305.xml"/><Relationship Id="rId21" Type="http://schemas.openxmlformats.org/officeDocument/2006/relationships/customXml" Target="../ink/ink314.xml"/><Relationship Id="rId7" Type="http://schemas.openxmlformats.org/officeDocument/2006/relationships/customXml" Target="../ink/ink307.xml"/><Relationship Id="rId12" Type="http://schemas.openxmlformats.org/officeDocument/2006/relationships/image" Target="../media/image293.png"/><Relationship Id="rId17" Type="http://schemas.openxmlformats.org/officeDocument/2006/relationships/customXml" Target="../ink/ink312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5.png"/><Relationship Id="rId20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0.png"/><Relationship Id="rId11" Type="http://schemas.openxmlformats.org/officeDocument/2006/relationships/customXml" Target="../ink/ink309.xml"/><Relationship Id="rId24" Type="http://schemas.openxmlformats.org/officeDocument/2006/relationships/image" Target="../media/image298.png"/><Relationship Id="rId5" Type="http://schemas.openxmlformats.org/officeDocument/2006/relationships/customXml" Target="../ink/ink306.xml"/><Relationship Id="rId15" Type="http://schemas.openxmlformats.org/officeDocument/2006/relationships/customXml" Target="../ink/ink311.xml"/><Relationship Id="rId23" Type="http://schemas.openxmlformats.org/officeDocument/2006/relationships/customXml" Target="../ink/ink315.xml"/><Relationship Id="rId10" Type="http://schemas.openxmlformats.org/officeDocument/2006/relationships/image" Target="../media/image292.png"/><Relationship Id="rId19" Type="http://schemas.openxmlformats.org/officeDocument/2006/relationships/customXml" Target="../ink/ink313.xml"/><Relationship Id="rId4" Type="http://schemas.openxmlformats.org/officeDocument/2006/relationships/image" Target="../media/image2890.png"/><Relationship Id="rId9" Type="http://schemas.openxmlformats.org/officeDocument/2006/relationships/customXml" Target="../ink/ink308.xml"/><Relationship Id="rId14" Type="http://schemas.openxmlformats.org/officeDocument/2006/relationships/image" Target="../media/image294.png"/><Relationship Id="rId22" Type="http://schemas.openxmlformats.org/officeDocument/2006/relationships/image" Target="../media/image15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9.xml"/><Relationship Id="rId13" Type="http://schemas.openxmlformats.org/officeDocument/2006/relationships/image" Target="../media/image304.png"/><Relationship Id="rId3" Type="http://schemas.openxmlformats.org/officeDocument/2006/relationships/image" Target="../media/image299.png"/><Relationship Id="rId7" Type="http://schemas.openxmlformats.org/officeDocument/2006/relationships/image" Target="../media/image301.png"/><Relationship Id="rId12" Type="http://schemas.openxmlformats.org/officeDocument/2006/relationships/customXml" Target="../ink/ink321.xml"/><Relationship Id="rId2" Type="http://schemas.openxmlformats.org/officeDocument/2006/relationships/customXml" Target="../ink/ink3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8.xml"/><Relationship Id="rId11" Type="http://schemas.openxmlformats.org/officeDocument/2006/relationships/image" Target="../media/image303.png"/><Relationship Id="rId5" Type="http://schemas.openxmlformats.org/officeDocument/2006/relationships/image" Target="../media/image300.png"/><Relationship Id="rId15" Type="http://schemas.openxmlformats.org/officeDocument/2006/relationships/image" Target="../media/image305.png"/><Relationship Id="rId10" Type="http://schemas.openxmlformats.org/officeDocument/2006/relationships/customXml" Target="../ink/ink320.xml"/><Relationship Id="rId4" Type="http://schemas.openxmlformats.org/officeDocument/2006/relationships/customXml" Target="../ink/ink317.xml"/><Relationship Id="rId9" Type="http://schemas.openxmlformats.org/officeDocument/2006/relationships/image" Target="../media/image302.png"/><Relationship Id="rId14" Type="http://schemas.openxmlformats.org/officeDocument/2006/relationships/customXml" Target="../ink/ink322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34.xml"/><Relationship Id="rId21" Type="http://schemas.openxmlformats.org/officeDocument/2006/relationships/image" Target="../media/image314.png"/><Relationship Id="rId42" Type="http://schemas.openxmlformats.org/officeDocument/2006/relationships/customXml" Target="../ink/ink342.xml"/><Relationship Id="rId47" Type="http://schemas.openxmlformats.org/officeDocument/2006/relationships/image" Target="../media/image327.png"/><Relationship Id="rId63" Type="http://schemas.openxmlformats.org/officeDocument/2006/relationships/image" Target="../media/image335.png"/><Relationship Id="rId68" Type="http://schemas.openxmlformats.org/officeDocument/2006/relationships/customXml" Target="../ink/ink355.xml"/><Relationship Id="rId7" Type="http://schemas.openxmlformats.org/officeDocument/2006/relationships/image" Target="../media/image307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329.xml"/><Relationship Id="rId29" Type="http://schemas.openxmlformats.org/officeDocument/2006/relationships/image" Target="../media/image318.png"/><Relationship Id="rId11" Type="http://schemas.openxmlformats.org/officeDocument/2006/relationships/image" Target="../media/image309.png"/><Relationship Id="rId24" Type="http://schemas.openxmlformats.org/officeDocument/2006/relationships/customXml" Target="../ink/ink333.xml"/><Relationship Id="rId32" Type="http://schemas.openxmlformats.org/officeDocument/2006/relationships/customXml" Target="../ink/ink337.xml"/><Relationship Id="rId37" Type="http://schemas.openxmlformats.org/officeDocument/2006/relationships/image" Target="../media/image322.png"/><Relationship Id="rId40" Type="http://schemas.openxmlformats.org/officeDocument/2006/relationships/customXml" Target="../ink/ink341.xml"/><Relationship Id="rId45" Type="http://schemas.openxmlformats.org/officeDocument/2006/relationships/image" Target="../media/image326.png"/><Relationship Id="rId53" Type="http://schemas.openxmlformats.org/officeDocument/2006/relationships/image" Target="../media/image330.png"/><Relationship Id="rId58" Type="http://schemas.openxmlformats.org/officeDocument/2006/relationships/customXml" Target="../ink/ink350.xml"/><Relationship Id="rId66" Type="http://schemas.openxmlformats.org/officeDocument/2006/relationships/customXml" Target="../ink/ink354.xml"/><Relationship Id="rId5" Type="http://schemas.openxmlformats.org/officeDocument/2006/relationships/image" Target="../media/image306.png"/><Relationship Id="rId61" Type="http://schemas.openxmlformats.org/officeDocument/2006/relationships/image" Target="../media/image334.png"/><Relationship Id="rId19" Type="http://schemas.openxmlformats.org/officeDocument/2006/relationships/image" Target="../media/image313.png"/><Relationship Id="rId14" Type="http://schemas.openxmlformats.org/officeDocument/2006/relationships/customXml" Target="../ink/ink328.xml"/><Relationship Id="rId22" Type="http://schemas.openxmlformats.org/officeDocument/2006/relationships/customXml" Target="../ink/ink332.xml"/><Relationship Id="rId27" Type="http://schemas.openxmlformats.org/officeDocument/2006/relationships/image" Target="../media/image317.png"/><Relationship Id="rId30" Type="http://schemas.openxmlformats.org/officeDocument/2006/relationships/customXml" Target="../ink/ink336.xml"/><Relationship Id="rId35" Type="http://schemas.openxmlformats.org/officeDocument/2006/relationships/image" Target="../media/image321.png"/><Relationship Id="rId43" Type="http://schemas.openxmlformats.org/officeDocument/2006/relationships/image" Target="../media/image325.png"/><Relationship Id="rId48" Type="http://schemas.openxmlformats.org/officeDocument/2006/relationships/customXml" Target="../ink/ink345.xml"/><Relationship Id="rId56" Type="http://schemas.openxmlformats.org/officeDocument/2006/relationships/customXml" Target="../ink/ink349.xml"/><Relationship Id="rId64" Type="http://schemas.openxmlformats.org/officeDocument/2006/relationships/customXml" Target="../ink/ink353.xml"/><Relationship Id="rId69" Type="http://schemas.openxmlformats.org/officeDocument/2006/relationships/image" Target="../media/image338.png"/><Relationship Id="rId8" Type="http://schemas.openxmlformats.org/officeDocument/2006/relationships/customXml" Target="../ink/ink325.xml"/><Relationship Id="rId51" Type="http://schemas.openxmlformats.org/officeDocument/2006/relationships/image" Target="../media/image329.png"/><Relationship Id="rId3" Type="http://schemas.microsoft.com/office/2018/10/relationships/comments" Target="../comments/modernComment_16E_A8F912F4.xml"/><Relationship Id="rId12" Type="http://schemas.openxmlformats.org/officeDocument/2006/relationships/customXml" Target="../ink/ink327.xml"/><Relationship Id="rId17" Type="http://schemas.openxmlformats.org/officeDocument/2006/relationships/image" Target="../media/image312.png"/><Relationship Id="rId25" Type="http://schemas.openxmlformats.org/officeDocument/2006/relationships/image" Target="../media/image316.png"/><Relationship Id="rId33" Type="http://schemas.openxmlformats.org/officeDocument/2006/relationships/image" Target="../media/image320.png"/><Relationship Id="rId38" Type="http://schemas.openxmlformats.org/officeDocument/2006/relationships/customXml" Target="../ink/ink340.xml"/><Relationship Id="rId46" Type="http://schemas.openxmlformats.org/officeDocument/2006/relationships/customXml" Target="../ink/ink344.xml"/><Relationship Id="rId59" Type="http://schemas.openxmlformats.org/officeDocument/2006/relationships/image" Target="../media/image333.png"/><Relationship Id="rId67" Type="http://schemas.openxmlformats.org/officeDocument/2006/relationships/image" Target="../media/image337.png"/><Relationship Id="rId20" Type="http://schemas.openxmlformats.org/officeDocument/2006/relationships/customXml" Target="../ink/ink331.xml"/><Relationship Id="rId41" Type="http://schemas.openxmlformats.org/officeDocument/2006/relationships/image" Target="../media/image324.png"/><Relationship Id="rId54" Type="http://schemas.openxmlformats.org/officeDocument/2006/relationships/customXml" Target="../ink/ink348.xml"/><Relationship Id="rId62" Type="http://schemas.openxmlformats.org/officeDocument/2006/relationships/customXml" Target="../ink/ink35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4.xml"/><Relationship Id="rId15" Type="http://schemas.openxmlformats.org/officeDocument/2006/relationships/image" Target="../media/image311.png"/><Relationship Id="rId23" Type="http://schemas.openxmlformats.org/officeDocument/2006/relationships/image" Target="../media/image315.png"/><Relationship Id="rId28" Type="http://schemas.openxmlformats.org/officeDocument/2006/relationships/customXml" Target="../ink/ink335.xml"/><Relationship Id="rId36" Type="http://schemas.openxmlformats.org/officeDocument/2006/relationships/customXml" Target="../ink/ink339.xml"/><Relationship Id="rId49" Type="http://schemas.openxmlformats.org/officeDocument/2006/relationships/image" Target="../media/image328.png"/><Relationship Id="rId57" Type="http://schemas.openxmlformats.org/officeDocument/2006/relationships/image" Target="../media/image332.png"/><Relationship Id="rId10" Type="http://schemas.openxmlformats.org/officeDocument/2006/relationships/customXml" Target="../ink/ink326.xml"/><Relationship Id="rId31" Type="http://schemas.openxmlformats.org/officeDocument/2006/relationships/image" Target="../media/image319.png"/><Relationship Id="rId44" Type="http://schemas.openxmlformats.org/officeDocument/2006/relationships/customXml" Target="../ink/ink343.xml"/><Relationship Id="rId52" Type="http://schemas.openxmlformats.org/officeDocument/2006/relationships/customXml" Target="../ink/ink347.xml"/><Relationship Id="rId60" Type="http://schemas.openxmlformats.org/officeDocument/2006/relationships/customXml" Target="../ink/ink351.xml"/><Relationship Id="rId65" Type="http://schemas.openxmlformats.org/officeDocument/2006/relationships/image" Target="../media/image336.png"/><Relationship Id="rId4" Type="http://schemas.openxmlformats.org/officeDocument/2006/relationships/customXml" Target="../ink/ink323.xml"/><Relationship Id="rId9" Type="http://schemas.openxmlformats.org/officeDocument/2006/relationships/image" Target="../media/image308.png"/><Relationship Id="rId13" Type="http://schemas.openxmlformats.org/officeDocument/2006/relationships/image" Target="../media/image310.png"/><Relationship Id="rId18" Type="http://schemas.openxmlformats.org/officeDocument/2006/relationships/customXml" Target="../ink/ink330.xml"/><Relationship Id="rId39" Type="http://schemas.openxmlformats.org/officeDocument/2006/relationships/image" Target="../media/image323.png"/><Relationship Id="rId34" Type="http://schemas.openxmlformats.org/officeDocument/2006/relationships/customXml" Target="../ink/ink338.xml"/><Relationship Id="rId50" Type="http://schemas.openxmlformats.org/officeDocument/2006/relationships/customXml" Target="../ink/ink346.xml"/><Relationship Id="rId55" Type="http://schemas.openxmlformats.org/officeDocument/2006/relationships/image" Target="../media/image33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0.png"/><Relationship Id="rId13" Type="http://schemas.openxmlformats.org/officeDocument/2006/relationships/customXml" Target="../ink/ink361.xml"/><Relationship Id="rId18" Type="http://schemas.openxmlformats.org/officeDocument/2006/relationships/image" Target="../media/image3330.png"/><Relationship Id="rId3" Type="http://schemas.openxmlformats.org/officeDocument/2006/relationships/customXml" Target="../ink/ink356.xml"/><Relationship Id="rId21" Type="http://schemas.openxmlformats.org/officeDocument/2006/relationships/customXml" Target="../ink/ink365.xml"/><Relationship Id="rId7" Type="http://schemas.openxmlformats.org/officeDocument/2006/relationships/customXml" Target="../ink/ink358.xml"/><Relationship Id="rId12" Type="http://schemas.openxmlformats.org/officeDocument/2006/relationships/image" Target="../media/image3300.png"/><Relationship Id="rId17" Type="http://schemas.openxmlformats.org/officeDocument/2006/relationships/customXml" Target="../ink/ink363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320.png"/><Relationship Id="rId20" Type="http://schemas.openxmlformats.org/officeDocument/2006/relationships/image" Target="../media/image3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70.png"/><Relationship Id="rId11" Type="http://schemas.openxmlformats.org/officeDocument/2006/relationships/customXml" Target="../ink/ink360.xml"/><Relationship Id="rId5" Type="http://schemas.openxmlformats.org/officeDocument/2006/relationships/customXml" Target="../ink/ink357.xml"/><Relationship Id="rId15" Type="http://schemas.openxmlformats.org/officeDocument/2006/relationships/customXml" Target="../ink/ink362.xml"/><Relationship Id="rId10" Type="http://schemas.openxmlformats.org/officeDocument/2006/relationships/image" Target="../media/image3290.png"/><Relationship Id="rId19" Type="http://schemas.openxmlformats.org/officeDocument/2006/relationships/customXml" Target="../ink/ink364.xml"/><Relationship Id="rId4" Type="http://schemas.openxmlformats.org/officeDocument/2006/relationships/image" Target="../media/image3260.png"/><Relationship Id="rId9" Type="http://schemas.openxmlformats.org/officeDocument/2006/relationships/customXml" Target="../ink/ink359.xml"/><Relationship Id="rId14" Type="http://schemas.openxmlformats.org/officeDocument/2006/relationships/image" Target="../media/image3310.png"/><Relationship Id="rId22" Type="http://schemas.openxmlformats.org/officeDocument/2006/relationships/image" Target="../media/image3350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71.xml"/><Relationship Id="rId18" Type="http://schemas.openxmlformats.org/officeDocument/2006/relationships/image" Target="../media/image343.png"/><Relationship Id="rId26" Type="http://schemas.openxmlformats.org/officeDocument/2006/relationships/image" Target="../media/image347.png"/><Relationship Id="rId39" Type="http://schemas.openxmlformats.org/officeDocument/2006/relationships/customXml" Target="../ink/ink384.xml"/><Relationship Id="rId21" Type="http://schemas.openxmlformats.org/officeDocument/2006/relationships/customXml" Target="../ink/ink375.xml"/><Relationship Id="rId34" Type="http://schemas.openxmlformats.org/officeDocument/2006/relationships/image" Target="../media/image351.png"/><Relationship Id="rId42" Type="http://schemas.openxmlformats.org/officeDocument/2006/relationships/image" Target="../media/image355.png"/><Relationship Id="rId7" Type="http://schemas.openxmlformats.org/officeDocument/2006/relationships/customXml" Target="../ink/ink368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42.png"/><Relationship Id="rId20" Type="http://schemas.openxmlformats.org/officeDocument/2006/relationships/image" Target="../media/image344.png"/><Relationship Id="rId29" Type="http://schemas.openxmlformats.org/officeDocument/2006/relationships/customXml" Target="../ink/ink379.xml"/><Relationship Id="rId41" Type="http://schemas.openxmlformats.org/officeDocument/2006/relationships/customXml" Target="../ink/ink3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70.png"/><Relationship Id="rId11" Type="http://schemas.openxmlformats.org/officeDocument/2006/relationships/customXml" Target="../ink/ink370.xml"/><Relationship Id="rId24" Type="http://schemas.openxmlformats.org/officeDocument/2006/relationships/image" Target="../media/image346.png"/><Relationship Id="rId32" Type="http://schemas.openxmlformats.org/officeDocument/2006/relationships/image" Target="../media/image350.png"/><Relationship Id="rId37" Type="http://schemas.openxmlformats.org/officeDocument/2006/relationships/customXml" Target="../ink/ink383.xml"/><Relationship Id="rId40" Type="http://schemas.openxmlformats.org/officeDocument/2006/relationships/image" Target="../media/image354.png"/><Relationship Id="rId5" Type="http://schemas.openxmlformats.org/officeDocument/2006/relationships/customXml" Target="../ink/ink367.xml"/><Relationship Id="rId15" Type="http://schemas.openxmlformats.org/officeDocument/2006/relationships/customXml" Target="../ink/ink372.xml"/><Relationship Id="rId23" Type="http://schemas.openxmlformats.org/officeDocument/2006/relationships/customXml" Target="../ink/ink376.xml"/><Relationship Id="rId28" Type="http://schemas.openxmlformats.org/officeDocument/2006/relationships/image" Target="../media/image348.png"/><Relationship Id="rId36" Type="http://schemas.openxmlformats.org/officeDocument/2006/relationships/image" Target="../media/image352.png"/><Relationship Id="rId10" Type="http://schemas.openxmlformats.org/officeDocument/2006/relationships/image" Target="../media/image339.png"/><Relationship Id="rId19" Type="http://schemas.openxmlformats.org/officeDocument/2006/relationships/customXml" Target="../ink/ink374.xml"/><Relationship Id="rId31" Type="http://schemas.openxmlformats.org/officeDocument/2006/relationships/customXml" Target="../ink/ink380.xml"/><Relationship Id="rId4" Type="http://schemas.openxmlformats.org/officeDocument/2006/relationships/image" Target="../media/image3360.png"/><Relationship Id="rId9" Type="http://schemas.openxmlformats.org/officeDocument/2006/relationships/customXml" Target="../ink/ink369.xml"/><Relationship Id="rId14" Type="http://schemas.openxmlformats.org/officeDocument/2006/relationships/image" Target="../media/image341.png"/><Relationship Id="rId22" Type="http://schemas.openxmlformats.org/officeDocument/2006/relationships/image" Target="../media/image345.png"/><Relationship Id="rId27" Type="http://schemas.openxmlformats.org/officeDocument/2006/relationships/customXml" Target="../ink/ink378.xml"/><Relationship Id="rId30" Type="http://schemas.openxmlformats.org/officeDocument/2006/relationships/image" Target="../media/image349.png"/><Relationship Id="rId35" Type="http://schemas.openxmlformats.org/officeDocument/2006/relationships/customXml" Target="../ink/ink382.xml"/><Relationship Id="rId8" Type="http://schemas.openxmlformats.org/officeDocument/2006/relationships/image" Target="../media/image3380.png"/><Relationship Id="rId3" Type="http://schemas.openxmlformats.org/officeDocument/2006/relationships/customXml" Target="../ink/ink366.xml"/><Relationship Id="rId12" Type="http://schemas.openxmlformats.org/officeDocument/2006/relationships/image" Target="../media/image340.png"/><Relationship Id="rId17" Type="http://schemas.openxmlformats.org/officeDocument/2006/relationships/customXml" Target="../ink/ink373.xml"/><Relationship Id="rId25" Type="http://schemas.openxmlformats.org/officeDocument/2006/relationships/customXml" Target="../ink/ink377.xml"/><Relationship Id="rId33" Type="http://schemas.openxmlformats.org/officeDocument/2006/relationships/customXml" Target="../ink/ink381.xml"/><Relationship Id="rId38" Type="http://schemas.openxmlformats.org/officeDocument/2006/relationships/image" Target="../media/image35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9.xml"/><Relationship Id="rId13" Type="http://schemas.openxmlformats.org/officeDocument/2006/relationships/image" Target="../media/image361.png"/><Relationship Id="rId18" Type="http://schemas.openxmlformats.org/officeDocument/2006/relationships/customXml" Target="../ink/ink394.xml"/><Relationship Id="rId3" Type="http://schemas.openxmlformats.org/officeDocument/2006/relationships/image" Target="../media/image356.png"/><Relationship Id="rId21" Type="http://schemas.openxmlformats.org/officeDocument/2006/relationships/image" Target="../media/image365.png"/><Relationship Id="rId7" Type="http://schemas.openxmlformats.org/officeDocument/2006/relationships/image" Target="../media/image358.png"/><Relationship Id="rId12" Type="http://schemas.openxmlformats.org/officeDocument/2006/relationships/customXml" Target="../ink/ink391.xml"/><Relationship Id="rId17" Type="http://schemas.openxmlformats.org/officeDocument/2006/relationships/image" Target="../media/image363.png"/><Relationship Id="rId2" Type="http://schemas.openxmlformats.org/officeDocument/2006/relationships/customXml" Target="../ink/ink386.xml"/><Relationship Id="rId16" Type="http://schemas.openxmlformats.org/officeDocument/2006/relationships/customXml" Target="../ink/ink393.xml"/><Relationship Id="rId20" Type="http://schemas.openxmlformats.org/officeDocument/2006/relationships/customXml" Target="../ink/ink3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8.xml"/><Relationship Id="rId11" Type="http://schemas.openxmlformats.org/officeDocument/2006/relationships/image" Target="../media/image360.png"/><Relationship Id="rId5" Type="http://schemas.openxmlformats.org/officeDocument/2006/relationships/image" Target="../media/image357.png"/><Relationship Id="rId15" Type="http://schemas.openxmlformats.org/officeDocument/2006/relationships/image" Target="../media/image362.png"/><Relationship Id="rId23" Type="http://schemas.openxmlformats.org/officeDocument/2006/relationships/image" Target="../media/image366.png"/><Relationship Id="rId10" Type="http://schemas.openxmlformats.org/officeDocument/2006/relationships/customXml" Target="../ink/ink390.xml"/><Relationship Id="rId19" Type="http://schemas.openxmlformats.org/officeDocument/2006/relationships/image" Target="../media/image364.png"/><Relationship Id="rId4" Type="http://schemas.openxmlformats.org/officeDocument/2006/relationships/customXml" Target="../ink/ink387.xml"/><Relationship Id="rId9" Type="http://schemas.openxmlformats.org/officeDocument/2006/relationships/image" Target="../media/image359.png"/><Relationship Id="rId14" Type="http://schemas.openxmlformats.org/officeDocument/2006/relationships/customXml" Target="../ink/ink392.xml"/><Relationship Id="rId22" Type="http://schemas.openxmlformats.org/officeDocument/2006/relationships/customXml" Target="../ink/ink39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9.png"/><Relationship Id="rId13" Type="http://schemas.openxmlformats.org/officeDocument/2006/relationships/customXml" Target="../ink/ink402.xml"/><Relationship Id="rId18" Type="http://schemas.openxmlformats.org/officeDocument/2006/relationships/image" Target="../media/image374.png"/><Relationship Id="rId3" Type="http://schemas.openxmlformats.org/officeDocument/2006/relationships/customXml" Target="../ink/ink397.xml"/><Relationship Id="rId21" Type="http://schemas.openxmlformats.org/officeDocument/2006/relationships/customXml" Target="../ink/ink406.xml"/><Relationship Id="rId7" Type="http://schemas.openxmlformats.org/officeDocument/2006/relationships/customXml" Target="../ink/ink399.xml"/><Relationship Id="rId12" Type="http://schemas.openxmlformats.org/officeDocument/2006/relationships/image" Target="../media/image371.png"/><Relationship Id="rId17" Type="http://schemas.openxmlformats.org/officeDocument/2006/relationships/customXml" Target="../ink/ink404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73.png"/><Relationship Id="rId20" Type="http://schemas.openxmlformats.org/officeDocument/2006/relationships/image" Target="../media/image3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8.png"/><Relationship Id="rId11" Type="http://schemas.openxmlformats.org/officeDocument/2006/relationships/customXml" Target="../ink/ink401.xml"/><Relationship Id="rId5" Type="http://schemas.openxmlformats.org/officeDocument/2006/relationships/customXml" Target="../ink/ink398.xml"/><Relationship Id="rId15" Type="http://schemas.openxmlformats.org/officeDocument/2006/relationships/customXml" Target="../ink/ink403.xml"/><Relationship Id="rId10" Type="http://schemas.openxmlformats.org/officeDocument/2006/relationships/image" Target="../media/image370.png"/><Relationship Id="rId19" Type="http://schemas.openxmlformats.org/officeDocument/2006/relationships/customXml" Target="../ink/ink405.xml"/><Relationship Id="rId4" Type="http://schemas.openxmlformats.org/officeDocument/2006/relationships/image" Target="../media/image367.png"/><Relationship Id="rId9" Type="http://schemas.openxmlformats.org/officeDocument/2006/relationships/customXml" Target="../ink/ink400.xml"/><Relationship Id="rId14" Type="http://schemas.openxmlformats.org/officeDocument/2006/relationships/image" Target="../media/image372.png"/><Relationship Id="rId22" Type="http://schemas.openxmlformats.org/officeDocument/2006/relationships/image" Target="../media/image37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9.png"/><Relationship Id="rId13" Type="http://schemas.openxmlformats.org/officeDocument/2006/relationships/customXml" Target="../ink/ink412.xml"/><Relationship Id="rId18" Type="http://schemas.openxmlformats.org/officeDocument/2006/relationships/image" Target="../media/image384.png"/><Relationship Id="rId3" Type="http://schemas.openxmlformats.org/officeDocument/2006/relationships/customXml" Target="../ink/ink407.xml"/><Relationship Id="rId21" Type="http://schemas.openxmlformats.org/officeDocument/2006/relationships/customXml" Target="../ink/ink416.xml"/><Relationship Id="rId7" Type="http://schemas.openxmlformats.org/officeDocument/2006/relationships/customXml" Target="../ink/ink409.xml"/><Relationship Id="rId12" Type="http://schemas.openxmlformats.org/officeDocument/2006/relationships/image" Target="../media/image381.png"/><Relationship Id="rId17" Type="http://schemas.openxmlformats.org/officeDocument/2006/relationships/customXml" Target="../ink/ink414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83.png"/><Relationship Id="rId20" Type="http://schemas.openxmlformats.org/officeDocument/2006/relationships/image" Target="../media/image3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8.png"/><Relationship Id="rId11" Type="http://schemas.openxmlformats.org/officeDocument/2006/relationships/customXml" Target="../ink/ink411.xml"/><Relationship Id="rId24" Type="http://schemas.openxmlformats.org/officeDocument/2006/relationships/image" Target="../media/image387.png"/><Relationship Id="rId5" Type="http://schemas.openxmlformats.org/officeDocument/2006/relationships/customXml" Target="../ink/ink408.xml"/><Relationship Id="rId15" Type="http://schemas.openxmlformats.org/officeDocument/2006/relationships/customXml" Target="../ink/ink413.xml"/><Relationship Id="rId23" Type="http://schemas.openxmlformats.org/officeDocument/2006/relationships/customXml" Target="../ink/ink417.xml"/><Relationship Id="rId10" Type="http://schemas.openxmlformats.org/officeDocument/2006/relationships/image" Target="../media/image380.png"/><Relationship Id="rId19" Type="http://schemas.openxmlformats.org/officeDocument/2006/relationships/customXml" Target="../ink/ink415.xml"/><Relationship Id="rId4" Type="http://schemas.openxmlformats.org/officeDocument/2006/relationships/image" Target="../media/image377.png"/><Relationship Id="rId9" Type="http://schemas.openxmlformats.org/officeDocument/2006/relationships/customXml" Target="../ink/ink410.xml"/><Relationship Id="rId14" Type="http://schemas.openxmlformats.org/officeDocument/2006/relationships/image" Target="../media/image382.png"/><Relationship Id="rId22" Type="http://schemas.openxmlformats.org/officeDocument/2006/relationships/image" Target="../media/image386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3.png"/><Relationship Id="rId18" Type="http://schemas.openxmlformats.org/officeDocument/2006/relationships/customXml" Target="../ink/ink426.xml"/><Relationship Id="rId26" Type="http://schemas.openxmlformats.org/officeDocument/2006/relationships/customXml" Target="../ink/ink430.xml"/><Relationship Id="rId21" Type="http://schemas.openxmlformats.org/officeDocument/2006/relationships/image" Target="../media/image397.png"/><Relationship Id="rId34" Type="http://schemas.openxmlformats.org/officeDocument/2006/relationships/image" Target="../media/image403.png"/><Relationship Id="rId7" Type="http://schemas.openxmlformats.org/officeDocument/2006/relationships/image" Target="../media/image390.png"/><Relationship Id="rId12" Type="http://schemas.openxmlformats.org/officeDocument/2006/relationships/customXml" Target="../ink/ink423.xml"/><Relationship Id="rId17" Type="http://schemas.openxmlformats.org/officeDocument/2006/relationships/image" Target="../media/image395.png"/><Relationship Id="rId25" Type="http://schemas.openxmlformats.org/officeDocument/2006/relationships/image" Target="../media/image399.png"/><Relationship Id="rId33" Type="http://schemas.openxmlformats.org/officeDocument/2006/relationships/customXml" Target="../ink/ink434.xml"/><Relationship Id="rId38" Type="http://schemas.openxmlformats.org/officeDocument/2006/relationships/image" Target="../media/image405.png"/><Relationship Id="rId2" Type="http://schemas.openxmlformats.org/officeDocument/2006/relationships/customXml" Target="../ink/ink418.xml"/><Relationship Id="rId16" Type="http://schemas.openxmlformats.org/officeDocument/2006/relationships/customXml" Target="../ink/ink425.xml"/><Relationship Id="rId20" Type="http://schemas.openxmlformats.org/officeDocument/2006/relationships/customXml" Target="../ink/ink427.xml"/><Relationship Id="rId29" Type="http://schemas.openxmlformats.org/officeDocument/2006/relationships/customXml" Target="../ink/ink43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0.xml"/><Relationship Id="rId11" Type="http://schemas.openxmlformats.org/officeDocument/2006/relationships/image" Target="../media/image392.png"/><Relationship Id="rId24" Type="http://schemas.openxmlformats.org/officeDocument/2006/relationships/customXml" Target="../ink/ink429.xml"/><Relationship Id="rId32" Type="http://schemas.openxmlformats.org/officeDocument/2006/relationships/image" Target="../media/image402.png"/><Relationship Id="rId37" Type="http://schemas.openxmlformats.org/officeDocument/2006/relationships/customXml" Target="../ink/ink436.xml"/><Relationship Id="rId5" Type="http://schemas.openxmlformats.org/officeDocument/2006/relationships/image" Target="../media/image389.png"/><Relationship Id="rId15" Type="http://schemas.openxmlformats.org/officeDocument/2006/relationships/image" Target="../media/image394.png"/><Relationship Id="rId23" Type="http://schemas.openxmlformats.org/officeDocument/2006/relationships/image" Target="../media/image398.png"/><Relationship Id="rId28" Type="http://schemas.openxmlformats.org/officeDocument/2006/relationships/image" Target="../media/image400.png"/><Relationship Id="rId36" Type="http://schemas.openxmlformats.org/officeDocument/2006/relationships/image" Target="../media/image404.png"/><Relationship Id="rId10" Type="http://schemas.openxmlformats.org/officeDocument/2006/relationships/customXml" Target="../ink/ink422.xml"/><Relationship Id="rId19" Type="http://schemas.openxmlformats.org/officeDocument/2006/relationships/image" Target="../media/image396.png"/><Relationship Id="rId31" Type="http://schemas.openxmlformats.org/officeDocument/2006/relationships/customXml" Target="../ink/ink433.xml"/><Relationship Id="rId4" Type="http://schemas.openxmlformats.org/officeDocument/2006/relationships/customXml" Target="../ink/ink419.xml"/><Relationship Id="rId9" Type="http://schemas.openxmlformats.org/officeDocument/2006/relationships/image" Target="../media/image391.png"/><Relationship Id="rId14" Type="http://schemas.openxmlformats.org/officeDocument/2006/relationships/customXml" Target="../ink/ink424.xml"/><Relationship Id="rId22" Type="http://schemas.openxmlformats.org/officeDocument/2006/relationships/customXml" Target="../ink/ink428.xml"/><Relationship Id="rId27" Type="http://schemas.openxmlformats.org/officeDocument/2006/relationships/customXml" Target="../ink/ink431.xml"/><Relationship Id="rId30" Type="http://schemas.openxmlformats.org/officeDocument/2006/relationships/image" Target="../media/image401.png"/><Relationship Id="rId35" Type="http://schemas.openxmlformats.org/officeDocument/2006/relationships/customXml" Target="../ink/ink435.xml"/><Relationship Id="rId8" Type="http://schemas.openxmlformats.org/officeDocument/2006/relationships/customXml" Target="../ink/ink421.xml"/><Relationship Id="rId3" Type="http://schemas.openxmlformats.org/officeDocument/2006/relationships/image" Target="../media/image38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8.png"/><Relationship Id="rId13" Type="http://schemas.openxmlformats.org/officeDocument/2006/relationships/customXml" Target="../ink/ink442.xml"/><Relationship Id="rId18" Type="http://schemas.openxmlformats.org/officeDocument/2006/relationships/image" Target="../media/image413.png"/><Relationship Id="rId26" Type="http://schemas.openxmlformats.org/officeDocument/2006/relationships/image" Target="../media/image417.png"/><Relationship Id="rId3" Type="http://schemas.openxmlformats.org/officeDocument/2006/relationships/customXml" Target="../ink/ink437.xml"/><Relationship Id="rId21" Type="http://schemas.openxmlformats.org/officeDocument/2006/relationships/customXml" Target="../ink/ink446.xml"/><Relationship Id="rId7" Type="http://schemas.openxmlformats.org/officeDocument/2006/relationships/customXml" Target="../ink/ink439.xml"/><Relationship Id="rId12" Type="http://schemas.openxmlformats.org/officeDocument/2006/relationships/image" Target="../media/image410.png"/><Relationship Id="rId17" Type="http://schemas.openxmlformats.org/officeDocument/2006/relationships/customXml" Target="../ink/ink444.xml"/><Relationship Id="rId25" Type="http://schemas.openxmlformats.org/officeDocument/2006/relationships/customXml" Target="../ink/ink448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12.png"/><Relationship Id="rId20" Type="http://schemas.openxmlformats.org/officeDocument/2006/relationships/image" Target="../media/image414.png"/><Relationship Id="rId29" Type="http://schemas.openxmlformats.org/officeDocument/2006/relationships/customXml" Target="../ink/ink4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7.png"/><Relationship Id="rId11" Type="http://schemas.openxmlformats.org/officeDocument/2006/relationships/customXml" Target="../ink/ink441.xml"/><Relationship Id="rId24" Type="http://schemas.openxmlformats.org/officeDocument/2006/relationships/image" Target="../media/image416.png"/><Relationship Id="rId5" Type="http://schemas.openxmlformats.org/officeDocument/2006/relationships/customXml" Target="../ink/ink438.xml"/><Relationship Id="rId15" Type="http://schemas.openxmlformats.org/officeDocument/2006/relationships/customXml" Target="../ink/ink443.xml"/><Relationship Id="rId23" Type="http://schemas.openxmlformats.org/officeDocument/2006/relationships/customXml" Target="../ink/ink447.xml"/><Relationship Id="rId28" Type="http://schemas.openxmlformats.org/officeDocument/2006/relationships/image" Target="../media/image418.png"/><Relationship Id="rId10" Type="http://schemas.openxmlformats.org/officeDocument/2006/relationships/image" Target="../media/image409.png"/><Relationship Id="rId19" Type="http://schemas.openxmlformats.org/officeDocument/2006/relationships/customXml" Target="../ink/ink445.xml"/><Relationship Id="rId4" Type="http://schemas.openxmlformats.org/officeDocument/2006/relationships/image" Target="../media/image406.png"/><Relationship Id="rId9" Type="http://schemas.openxmlformats.org/officeDocument/2006/relationships/customXml" Target="../ink/ink440.xml"/><Relationship Id="rId14" Type="http://schemas.openxmlformats.org/officeDocument/2006/relationships/image" Target="../media/image411.png"/><Relationship Id="rId22" Type="http://schemas.openxmlformats.org/officeDocument/2006/relationships/image" Target="../media/image415.png"/><Relationship Id="rId27" Type="http://schemas.openxmlformats.org/officeDocument/2006/relationships/customXml" Target="../ink/ink449.xml"/><Relationship Id="rId30" Type="http://schemas.openxmlformats.org/officeDocument/2006/relationships/image" Target="../media/image41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png"/><Relationship Id="rId13" Type="http://schemas.openxmlformats.org/officeDocument/2006/relationships/customXml" Target="../ink/ink456.xml"/><Relationship Id="rId18" Type="http://schemas.openxmlformats.org/officeDocument/2006/relationships/image" Target="../media/image427.png"/><Relationship Id="rId26" Type="http://schemas.openxmlformats.org/officeDocument/2006/relationships/image" Target="../media/image431.png"/><Relationship Id="rId3" Type="http://schemas.openxmlformats.org/officeDocument/2006/relationships/customXml" Target="../ink/ink451.xml"/><Relationship Id="rId21" Type="http://schemas.openxmlformats.org/officeDocument/2006/relationships/customXml" Target="../ink/ink460.xml"/><Relationship Id="rId7" Type="http://schemas.openxmlformats.org/officeDocument/2006/relationships/customXml" Target="../ink/ink453.xml"/><Relationship Id="rId12" Type="http://schemas.openxmlformats.org/officeDocument/2006/relationships/image" Target="../media/image424.png"/><Relationship Id="rId17" Type="http://schemas.openxmlformats.org/officeDocument/2006/relationships/customXml" Target="../ink/ink458.xml"/><Relationship Id="rId25" Type="http://schemas.openxmlformats.org/officeDocument/2006/relationships/customXml" Target="../ink/ink462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26.png"/><Relationship Id="rId20" Type="http://schemas.openxmlformats.org/officeDocument/2006/relationships/image" Target="../media/image428.png"/><Relationship Id="rId29" Type="http://schemas.openxmlformats.org/officeDocument/2006/relationships/customXml" Target="../ink/ink4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1.png"/><Relationship Id="rId11" Type="http://schemas.openxmlformats.org/officeDocument/2006/relationships/customXml" Target="../ink/ink455.xml"/><Relationship Id="rId24" Type="http://schemas.openxmlformats.org/officeDocument/2006/relationships/image" Target="../media/image430.png"/><Relationship Id="rId5" Type="http://schemas.openxmlformats.org/officeDocument/2006/relationships/customXml" Target="../ink/ink452.xml"/><Relationship Id="rId15" Type="http://schemas.openxmlformats.org/officeDocument/2006/relationships/customXml" Target="../ink/ink457.xml"/><Relationship Id="rId23" Type="http://schemas.openxmlformats.org/officeDocument/2006/relationships/customXml" Target="../ink/ink461.xml"/><Relationship Id="rId28" Type="http://schemas.openxmlformats.org/officeDocument/2006/relationships/image" Target="../media/image432.png"/><Relationship Id="rId10" Type="http://schemas.openxmlformats.org/officeDocument/2006/relationships/image" Target="../media/image423.png"/><Relationship Id="rId19" Type="http://schemas.openxmlformats.org/officeDocument/2006/relationships/customXml" Target="../ink/ink459.xml"/><Relationship Id="rId4" Type="http://schemas.openxmlformats.org/officeDocument/2006/relationships/image" Target="../media/image420.png"/><Relationship Id="rId9" Type="http://schemas.openxmlformats.org/officeDocument/2006/relationships/customXml" Target="../ink/ink454.xml"/><Relationship Id="rId14" Type="http://schemas.openxmlformats.org/officeDocument/2006/relationships/image" Target="../media/image425.png"/><Relationship Id="rId22" Type="http://schemas.openxmlformats.org/officeDocument/2006/relationships/image" Target="../media/image429.png"/><Relationship Id="rId27" Type="http://schemas.openxmlformats.org/officeDocument/2006/relationships/customXml" Target="../ink/ink463.xml"/><Relationship Id="rId30" Type="http://schemas.openxmlformats.org/officeDocument/2006/relationships/image" Target="../media/image43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6.png"/><Relationship Id="rId13" Type="http://schemas.openxmlformats.org/officeDocument/2006/relationships/customXml" Target="../ink/ink470.xml"/><Relationship Id="rId18" Type="http://schemas.openxmlformats.org/officeDocument/2006/relationships/image" Target="../media/image441.png"/><Relationship Id="rId3" Type="http://schemas.openxmlformats.org/officeDocument/2006/relationships/customXml" Target="../ink/ink465.xml"/><Relationship Id="rId7" Type="http://schemas.openxmlformats.org/officeDocument/2006/relationships/customXml" Target="../ink/ink467.xml"/><Relationship Id="rId12" Type="http://schemas.openxmlformats.org/officeDocument/2006/relationships/image" Target="../media/image438.png"/><Relationship Id="rId17" Type="http://schemas.openxmlformats.org/officeDocument/2006/relationships/customXml" Target="../ink/ink472.xml"/><Relationship Id="rId2" Type="http://schemas.microsoft.com/office/2018/10/relationships/comments" Target="../comments/modernComment_189_77D946D7.xml"/><Relationship Id="rId16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5.png"/><Relationship Id="rId11" Type="http://schemas.openxmlformats.org/officeDocument/2006/relationships/customXml" Target="../ink/ink469.xml"/><Relationship Id="rId5" Type="http://schemas.openxmlformats.org/officeDocument/2006/relationships/customXml" Target="../ink/ink466.xml"/><Relationship Id="rId15" Type="http://schemas.openxmlformats.org/officeDocument/2006/relationships/customXml" Target="../ink/ink471.xml"/><Relationship Id="rId10" Type="http://schemas.openxmlformats.org/officeDocument/2006/relationships/image" Target="../media/image437.png"/><Relationship Id="rId4" Type="http://schemas.openxmlformats.org/officeDocument/2006/relationships/image" Target="../media/image434.png"/><Relationship Id="rId9" Type="http://schemas.openxmlformats.org/officeDocument/2006/relationships/customXml" Target="../ink/ink468.xml"/><Relationship Id="rId14" Type="http://schemas.openxmlformats.org/officeDocument/2006/relationships/image" Target="../media/image4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3.png"/><Relationship Id="rId5" Type="http://schemas.openxmlformats.org/officeDocument/2006/relationships/customXml" Target="../ink/ink474.xml"/><Relationship Id="rId4" Type="http://schemas.openxmlformats.org/officeDocument/2006/relationships/image" Target="../media/image44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6.png"/><Relationship Id="rId13" Type="http://schemas.openxmlformats.org/officeDocument/2006/relationships/customXml" Target="../ink/ink480.xml"/><Relationship Id="rId18" Type="http://schemas.openxmlformats.org/officeDocument/2006/relationships/image" Target="../media/image451.png"/><Relationship Id="rId3" Type="http://schemas.openxmlformats.org/officeDocument/2006/relationships/customXml" Target="../ink/ink475.xml"/><Relationship Id="rId7" Type="http://schemas.openxmlformats.org/officeDocument/2006/relationships/customXml" Target="../ink/ink477.xml"/><Relationship Id="rId12" Type="http://schemas.openxmlformats.org/officeDocument/2006/relationships/image" Target="../media/image448.png"/><Relationship Id="rId17" Type="http://schemas.openxmlformats.org/officeDocument/2006/relationships/customXml" Target="../ink/ink482.xml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5.png"/><Relationship Id="rId11" Type="http://schemas.openxmlformats.org/officeDocument/2006/relationships/customXml" Target="../ink/ink479.xml"/><Relationship Id="rId5" Type="http://schemas.openxmlformats.org/officeDocument/2006/relationships/customXml" Target="../ink/ink476.xml"/><Relationship Id="rId15" Type="http://schemas.openxmlformats.org/officeDocument/2006/relationships/customXml" Target="../ink/ink481.xml"/><Relationship Id="rId10" Type="http://schemas.openxmlformats.org/officeDocument/2006/relationships/image" Target="../media/image447.png"/><Relationship Id="rId4" Type="http://schemas.openxmlformats.org/officeDocument/2006/relationships/image" Target="../media/image444.png"/><Relationship Id="rId9" Type="http://schemas.openxmlformats.org/officeDocument/2006/relationships/customXml" Target="../ink/ink478.xml"/><Relationship Id="rId14" Type="http://schemas.openxmlformats.org/officeDocument/2006/relationships/image" Target="../media/image44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Chapter 1 Introduction to Design Patterns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Software Design Patterns</a:t>
            </a:r>
          </a:p>
          <a:p>
            <a:r>
              <a:rPr lang="en-US" sz="1800" dirty="0"/>
              <a:t>CPIT-251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0" dirty="0"/>
              <a:t>What is a Design?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24800" cy="48466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Formulate the maximum alternative solutions of the problem and select the best one</a:t>
            </a:r>
          </a:p>
          <a:p>
            <a:pPr marL="274320" indent="-274320" fontAlgn="auto"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Software Design is the process of implementing a software solutions to do one or more set of problems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05A7171-95C4-EB7E-8241-3A2B22E706C4}"/>
                  </a:ext>
                </a:extLst>
              </p14:cNvPr>
              <p14:cNvContentPartPr/>
              <p14:nvPr/>
            </p14:nvContentPartPr>
            <p14:xfrm>
              <a:off x="4714845" y="521715"/>
              <a:ext cx="691200" cy="1314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05A7171-95C4-EB7E-8241-3A2B22E706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05845" y="513075"/>
                <a:ext cx="708840" cy="13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A29AC4C-9C0D-129A-830D-94AA412D2BE9}"/>
                  </a:ext>
                </a:extLst>
              </p14:cNvPr>
              <p14:cNvContentPartPr/>
              <p14:nvPr/>
            </p14:nvContentPartPr>
            <p14:xfrm>
              <a:off x="323925" y="893955"/>
              <a:ext cx="4199400" cy="269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A29AC4C-9C0D-129A-830D-94AA412D2B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9925" y="786315"/>
                <a:ext cx="430704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F24B292-B659-070F-0CCE-3291AFF2FFDF}"/>
                  </a:ext>
                </a:extLst>
              </p14:cNvPr>
              <p14:cNvContentPartPr/>
              <p14:nvPr/>
            </p14:nvContentPartPr>
            <p14:xfrm>
              <a:off x="752325" y="3457515"/>
              <a:ext cx="2162520" cy="133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F24B292-B659-070F-0CCE-3291AFF2FF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8325" y="3349515"/>
                <a:ext cx="22701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C443A5D-E534-7921-7F9B-326D365524FF}"/>
                  </a:ext>
                </a:extLst>
              </p14:cNvPr>
              <p14:cNvContentPartPr/>
              <p14:nvPr/>
            </p14:nvContentPartPr>
            <p14:xfrm>
              <a:off x="3886125" y="3505035"/>
              <a:ext cx="3696120" cy="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C443A5D-E534-7921-7F9B-326D365524F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32125" y="3289035"/>
                <a:ext cx="38037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EE0F2EC-2E18-F187-5A72-910A12CDC368}"/>
                  </a:ext>
                </a:extLst>
              </p14:cNvPr>
              <p14:cNvContentPartPr/>
              <p14:nvPr/>
            </p14:nvContentPartPr>
            <p14:xfrm>
              <a:off x="657285" y="3876555"/>
              <a:ext cx="7401240" cy="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EE0F2EC-2E18-F187-5A72-910A12CDC3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3285" y="3660555"/>
                <a:ext cx="7508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375B88-6DD3-2FE1-64D5-A4D7913886B6}"/>
                  </a:ext>
                </a:extLst>
              </p14:cNvPr>
              <p14:cNvContentPartPr/>
              <p14:nvPr/>
            </p14:nvContentPartPr>
            <p14:xfrm>
              <a:off x="600045" y="4066995"/>
              <a:ext cx="2279520" cy="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375B88-6DD3-2FE1-64D5-A4D7913886B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1045" y="4048995"/>
                <a:ext cx="229716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0" dirty="0"/>
              <a:t>Why </a:t>
            </a:r>
            <a:r>
              <a:rPr lang="en-US" dirty="0"/>
              <a:t>W</a:t>
            </a:r>
            <a:r>
              <a:rPr lang="en-US" b="0" dirty="0"/>
              <a:t>e </a:t>
            </a:r>
            <a:r>
              <a:rPr lang="en-US" dirty="0"/>
              <a:t>N</a:t>
            </a:r>
            <a:r>
              <a:rPr lang="en-US" b="0" dirty="0"/>
              <a:t>eed A Design?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Provides an overall picture of the system </a:t>
            </a:r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An understandable design is the best hope to construct a program that works</a:t>
            </a:r>
          </a:p>
          <a:p>
            <a:pPr marL="0" indent="0">
              <a:buNone/>
              <a:defRPr/>
            </a:pPr>
            <a:r>
              <a:rPr lang="en-US" dirty="0"/>
              <a:t> </a:t>
            </a:r>
          </a:p>
          <a:p>
            <a:pPr>
              <a:defRPr/>
            </a:pPr>
            <a:r>
              <a:rPr lang="fr-FR" dirty="0" err="1"/>
              <a:t>Provide</a:t>
            </a:r>
            <a:r>
              <a:rPr lang="fr-FR" dirty="0"/>
              <a:t> </a:t>
            </a:r>
            <a:r>
              <a:rPr lang="fr-FR" dirty="0" err="1"/>
              <a:t>facilitate</a:t>
            </a:r>
            <a:r>
              <a:rPr lang="fr-FR" dirty="0"/>
              <a:t> </a:t>
            </a:r>
            <a:r>
              <a:rPr lang="fr-FR" dirty="0" err="1"/>
              <a:t>reuse</a:t>
            </a:r>
            <a:r>
              <a:rPr lang="fr-FR" dirty="0"/>
              <a:t> (NOT code </a:t>
            </a:r>
            <a:r>
              <a:rPr lang="fr-FR" dirty="0" err="1"/>
              <a:t>reuse</a:t>
            </a:r>
            <a:r>
              <a:rPr lang="fr-FR" dirty="0"/>
              <a:t>)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en-US" dirty="0"/>
              <a:t>Design uses abstraction to create views that are comprehensible (understandable)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endParaRPr lang="fr-FR" dirty="0"/>
          </a:p>
          <a:p>
            <a:pPr marL="274320" indent="-274320" fontAlgn="auto">
              <a:spcAft>
                <a:spcPts val="0"/>
              </a:spcAft>
              <a:buFont typeface="Wingdings 2"/>
              <a:buChar char=""/>
              <a:defRPr/>
            </a:pPr>
            <a:endParaRPr lang="fr-FR" dirty="0"/>
          </a:p>
          <a:p>
            <a:pPr marL="274320" indent="-274320" fontAlgn="auto"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27BDE62-73BF-9327-30DC-8C0A6A3B624B}"/>
                  </a:ext>
                </a:extLst>
              </p14:cNvPr>
              <p14:cNvContentPartPr/>
              <p14:nvPr/>
            </p14:nvContentPartPr>
            <p14:xfrm>
              <a:off x="6238725" y="388515"/>
              <a:ext cx="1570320" cy="1045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27BDE62-73BF-9327-30DC-8C0A6A3B62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29725" y="379875"/>
                <a:ext cx="1587960" cy="10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5ACD0B-FF90-A25D-5BC8-D941F07959C5}"/>
                  </a:ext>
                </a:extLst>
              </p14:cNvPr>
              <p14:cNvContentPartPr/>
              <p14:nvPr/>
            </p14:nvContentPartPr>
            <p14:xfrm>
              <a:off x="771405" y="1828515"/>
              <a:ext cx="552744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5ACD0B-FF90-A25D-5BC8-D941F07959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7405" y="1612515"/>
                <a:ext cx="56350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254BD20-0B86-E0F5-6EF0-E2628ACBD7EA}"/>
                  </a:ext>
                </a:extLst>
              </p14:cNvPr>
              <p14:cNvContentPartPr/>
              <p14:nvPr/>
            </p14:nvContentPartPr>
            <p14:xfrm>
              <a:off x="762045" y="2647875"/>
              <a:ext cx="756612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254BD20-0B86-E0F5-6EF0-E2628ACBD7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8045" y="2431875"/>
                <a:ext cx="76737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6B7A64E-53B9-FE1F-CF93-12A3DE1A7D24}"/>
                  </a:ext>
                </a:extLst>
              </p14:cNvPr>
              <p14:cNvContentPartPr/>
              <p14:nvPr/>
            </p14:nvContentPartPr>
            <p14:xfrm>
              <a:off x="180285" y="3047835"/>
              <a:ext cx="3427200" cy="191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6B7A64E-53B9-FE1F-CF93-12A3DE1A7D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6645" y="2939835"/>
                <a:ext cx="353484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52FCBC4-C724-7F9B-C697-EC77BA64AAE7}"/>
                  </a:ext>
                </a:extLst>
              </p14:cNvPr>
              <p14:cNvContentPartPr/>
              <p14:nvPr/>
            </p14:nvContentPartPr>
            <p14:xfrm>
              <a:off x="837285" y="3933435"/>
              <a:ext cx="2978640" cy="192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52FCBC4-C724-7F9B-C697-EC77BA64AAE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3645" y="3825435"/>
                <a:ext cx="308628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77F26A0-CF9A-3744-CB45-37272C13E002}"/>
                  </a:ext>
                </a:extLst>
              </p14:cNvPr>
              <p14:cNvContentPartPr/>
              <p14:nvPr/>
            </p14:nvContentPartPr>
            <p14:xfrm>
              <a:off x="819285" y="4819395"/>
              <a:ext cx="525924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77F26A0-CF9A-3744-CB45-37272C13E00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5285" y="4603395"/>
                <a:ext cx="5366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847B113-E332-C7B7-9784-11A72E2159CD}"/>
                  </a:ext>
                </a:extLst>
              </p14:cNvPr>
              <p14:cNvContentPartPr/>
              <p14:nvPr/>
            </p14:nvContentPartPr>
            <p14:xfrm>
              <a:off x="3228765" y="5124315"/>
              <a:ext cx="1791360" cy="124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847B113-E332-C7B7-9784-11A72E2159C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74765" y="5016315"/>
                <a:ext cx="18990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C226FA0-EB3E-663A-8A96-F26B332A458C}"/>
                  </a:ext>
                </a:extLst>
              </p14:cNvPr>
              <p14:cNvContentPartPr/>
              <p14:nvPr/>
            </p14:nvContentPartPr>
            <p14:xfrm>
              <a:off x="6424125" y="4771155"/>
              <a:ext cx="654840" cy="88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C226FA0-EB3E-663A-8A96-F26B332A458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70485" y="4663155"/>
                <a:ext cx="76248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EB58FB5-9BA1-6473-FF17-3F0B70C35B38}"/>
                  </a:ext>
                </a:extLst>
              </p14:cNvPr>
              <p14:cNvContentPartPr/>
              <p14:nvPr/>
            </p14:nvContentPartPr>
            <p14:xfrm>
              <a:off x="2467005" y="2028675"/>
              <a:ext cx="373428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EB58FB5-9BA1-6473-FF17-3F0B70C35B3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458005" y="2010675"/>
                <a:ext cx="37519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36B468A-C861-D53A-56CC-70A6BC1889D8}"/>
                  </a:ext>
                </a:extLst>
              </p14:cNvPr>
              <p14:cNvContentPartPr/>
              <p14:nvPr/>
            </p14:nvContentPartPr>
            <p14:xfrm>
              <a:off x="1276485" y="2847675"/>
              <a:ext cx="6859080" cy="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36B468A-C861-D53A-56CC-70A6BC1889D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67485" y="2829675"/>
                <a:ext cx="6876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C3F3C04-9B5C-9B18-B19C-2B60C19CD58C}"/>
                  </a:ext>
                </a:extLst>
              </p14:cNvPr>
              <p14:cNvContentPartPr/>
              <p14:nvPr/>
            </p14:nvContentPartPr>
            <p14:xfrm>
              <a:off x="551445" y="2845515"/>
              <a:ext cx="2935800" cy="517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C3F3C04-9B5C-9B18-B19C-2B60C19CD58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42445" y="2836515"/>
                <a:ext cx="295344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D4F40C2-A181-AFE8-0C0A-736E905121EE}"/>
                  </a:ext>
                </a:extLst>
              </p14:cNvPr>
              <p14:cNvContentPartPr/>
              <p14:nvPr/>
            </p14:nvContentPartPr>
            <p14:xfrm>
              <a:off x="1828725" y="5009835"/>
              <a:ext cx="216324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D4F40C2-A181-AFE8-0C0A-736E905121E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819725" y="4991835"/>
                <a:ext cx="21808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912BFE0-7B71-24AC-492F-14EDFBE760D5}"/>
                  </a:ext>
                </a:extLst>
              </p14:cNvPr>
              <p14:cNvContentPartPr/>
              <p14:nvPr/>
            </p14:nvContentPartPr>
            <p14:xfrm>
              <a:off x="5324325" y="4961595"/>
              <a:ext cx="1928520" cy="118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912BFE0-7B71-24AC-492F-14EDFBE760D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315325" y="4952595"/>
                <a:ext cx="19461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D2CC746-6855-9C06-5619-730301655B85}"/>
                  </a:ext>
                </a:extLst>
              </p14:cNvPr>
              <p14:cNvContentPartPr/>
              <p14:nvPr/>
            </p14:nvContentPartPr>
            <p14:xfrm>
              <a:off x="3181245" y="5467035"/>
              <a:ext cx="194472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D2CC746-6855-9C06-5619-730301655B8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172245" y="5449035"/>
                <a:ext cx="196236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Design and Quality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153400" cy="5257800"/>
          </a:xfrm>
        </p:spPr>
        <p:txBody>
          <a:bodyPr>
            <a:normAutofit/>
          </a:bodyPr>
          <a:lstStyle/>
          <a:p>
            <a:pPr algn="just" eaLnBrk="1" hangingPunct="1">
              <a:spcBef>
                <a:spcPts val="600"/>
              </a:spcBef>
            </a:pPr>
            <a:r>
              <a:rPr lang="en-US" dirty="0"/>
              <a:t>The design must implement all of the </a:t>
            </a:r>
            <a:r>
              <a:rPr lang="en-US" dirty="0">
                <a:solidFill>
                  <a:srgbClr val="292934"/>
                </a:solidFill>
              </a:rPr>
              <a:t>explicit (clear) requirements contained in the analysis model, and it must accommodate all of the implicit (hidden) requirements desired by the customer</a:t>
            </a:r>
          </a:p>
          <a:p>
            <a:pPr algn="just" eaLnBrk="1" hangingPunct="1">
              <a:spcBef>
                <a:spcPts val="600"/>
              </a:spcBef>
            </a:pPr>
            <a:endParaRPr lang="en-US" dirty="0"/>
          </a:p>
          <a:p>
            <a:pPr algn="just" eaLnBrk="1" hangingPunct="1">
              <a:spcBef>
                <a:spcPts val="300"/>
              </a:spcBef>
            </a:pPr>
            <a:r>
              <a:rPr lang="en-US" dirty="0"/>
              <a:t>The design must be readable, understandable guide for those who generate code and for those who test and subsequently support the software</a:t>
            </a:r>
          </a:p>
          <a:p>
            <a:pPr algn="just" eaLnBrk="1" hangingPunct="1">
              <a:spcBef>
                <a:spcPts val="300"/>
              </a:spcBef>
            </a:pPr>
            <a:endParaRPr lang="en-US" dirty="0"/>
          </a:p>
          <a:p>
            <a:pPr algn="just" eaLnBrk="1" hangingPunct="1"/>
            <a:r>
              <a:rPr lang="en-US" dirty="0"/>
              <a:t>The design should provide a </a:t>
            </a:r>
            <a:r>
              <a:rPr lang="en-US" dirty="0">
                <a:solidFill>
                  <a:srgbClr val="292934"/>
                </a:solidFill>
              </a:rPr>
              <a:t>complete picture </a:t>
            </a:r>
            <a:r>
              <a:rPr lang="en-US" dirty="0"/>
              <a:t>of the software, addressing the data, functional, and behavioral domains from an implementation perspective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2D41531-15A3-4DA9-9129-FD9D1C59BC11}" type="slidenum">
              <a:rPr lang="en-US" smtClean="0">
                <a:latin typeface="Times New Roman" pitchFamily="-128" charset="0"/>
              </a:rPr>
              <a:pPr/>
              <a:t>4</a:t>
            </a:fld>
            <a:endParaRPr lang="en-US">
              <a:latin typeface="Times New Roman" pitchFamily="-12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1C9036-1EBE-EF66-C40B-A7D6D7FFB056}"/>
                  </a:ext>
                </a:extLst>
              </p14:cNvPr>
              <p14:cNvContentPartPr/>
              <p14:nvPr/>
            </p14:nvContentPartPr>
            <p14:xfrm>
              <a:off x="942765" y="1666875"/>
              <a:ext cx="6487560" cy="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1C9036-1EBE-EF66-C40B-A7D6D7FFB0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8765" y="1450875"/>
                <a:ext cx="6595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E36FBE-0A5C-5277-C3D5-473E728136F2}"/>
                  </a:ext>
                </a:extLst>
              </p14:cNvPr>
              <p14:cNvContentPartPr/>
              <p14:nvPr/>
            </p14:nvContentPartPr>
            <p14:xfrm>
              <a:off x="775005" y="2047395"/>
              <a:ext cx="1481760" cy="78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E36FBE-0A5C-5277-C3D5-473E728136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1005" y="1939755"/>
                <a:ext cx="158940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5FF9D1D-C3B1-BEA2-6250-50B36D0B0692}"/>
                  </a:ext>
                </a:extLst>
              </p14:cNvPr>
              <p14:cNvContentPartPr/>
              <p14:nvPr/>
            </p14:nvContentPartPr>
            <p14:xfrm>
              <a:off x="7269765" y="1952355"/>
              <a:ext cx="1732680" cy="201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5FF9D1D-C3B1-BEA2-6250-50B36D0B06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16125" y="1844355"/>
                <a:ext cx="184032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37405C5-8BFF-F3DE-6DC5-DEB51F4B5ED7}"/>
                  </a:ext>
                </a:extLst>
              </p14:cNvPr>
              <p14:cNvContentPartPr/>
              <p14:nvPr/>
            </p14:nvContentPartPr>
            <p14:xfrm>
              <a:off x="800205" y="2362035"/>
              <a:ext cx="439200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37405C5-8BFF-F3DE-6DC5-DEB51F4B5ED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6205" y="2146035"/>
                <a:ext cx="44996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42B2A7B-352A-2B13-6FAA-B9B9FD721B4D}"/>
                  </a:ext>
                </a:extLst>
              </p14:cNvPr>
              <p14:cNvContentPartPr/>
              <p14:nvPr/>
            </p14:nvContentPartPr>
            <p14:xfrm>
              <a:off x="6848565" y="2333235"/>
              <a:ext cx="1639440" cy="105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42B2A7B-352A-2B13-6FAA-B9B9FD721B4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94565" y="2225235"/>
                <a:ext cx="174708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35CD649-A3B8-2439-8DE5-4B439D36A031}"/>
                  </a:ext>
                </a:extLst>
              </p14:cNvPr>
              <p14:cNvContentPartPr/>
              <p14:nvPr/>
            </p14:nvContentPartPr>
            <p14:xfrm>
              <a:off x="1847805" y="2656875"/>
              <a:ext cx="2589120" cy="143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35CD649-A3B8-2439-8DE5-4B439D36A03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93805" y="2549235"/>
                <a:ext cx="269676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6439548-107A-88F4-4981-BA11ED37DC6B}"/>
                  </a:ext>
                </a:extLst>
              </p14:cNvPr>
              <p14:cNvContentPartPr/>
              <p14:nvPr/>
            </p14:nvContentPartPr>
            <p14:xfrm>
              <a:off x="790485" y="3628875"/>
              <a:ext cx="3991320" cy="38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6439548-107A-88F4-4981-BA11ED37DC6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36485" y="3520875"/>
                <a:ext cx="40989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171436C-352E-411C-FE2F-4F8B6C9ABF51}"/>
                  </a:ext>
                </a:extLst>
              </p14:cNvPr>
              <p14:cNvContentPartPr/>
              <p14:nvPr/>
            </p14:nvContentPartPr>
            <p14:xfrm>
              <a:off x="5200485" y="3570915"/>
              <a:ext cx="1856520" cy="77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171436C-352E-411C-FE2F-4F8B6C9ABF5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46485" y="3462915"/>
                <a:ext cx="196416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C2EDE2B-8F5D-6FAA-C235-5333A3B30A27}"/>
                  </a:ext>
                </a:extLst>
              </p14:cNvPr>
              <p14:cNvContentPartPr/>
              <p14:nvPr/>
            </p14:nvContentPartPr>
            <p14:xfrm>
              <a:off x="7391445" y="3609075"/>
              <a:ext cx="1050120" cy="39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C2EDE2B-8F5D-6FAA-C235-5333A3B30A2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337445" y="3501435"/>
                <a:ext cx="11577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3CDB68F-15DC-5F91-808E-EB63E19355BF}"/>
                  </a:ext>
                </a:extLst>
              </p14:cNvPr>
              <p14:cNvContentPartPr/>
              <p14:nvPr/>
            </p14:nvContentPartPr>
            <p14:xfrm>
              <a:off x="1505085" y="3990675"/>
              <a:ext cx="2895840" cy="48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3CDB68F-15DC-5F91-808E-EB63E19355B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451085" y="3882675"/>
                <a:ext cx="300348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94D46CA-5D9E-F40C-8BD0-E018402EF1A1}"/>
                  </a:ext>
                </a:extLst>
              </p14:cNvPr>
              <p14:cNvContentPartPr/>
              <p14:nvPr/>
            </p14:nvContentPartPr>
            <p14:xfrm>
              <a:off x="5772165" y="4028835"/>
              <a:ext cx="208656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94D46CA-5D9E-F40C-8BD0-E018402EF1A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18165" y="3812835"/>
                <a:ext cx="2194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5F8F37D-31C2-F340-806C-8318678A6BA0}"/>
                  </a:ext>
                </a:extLst>
              </p14:cNvPr>
              <p14:cNvContentPartPr/>
              <p14:nvPr/>
            </p14:nvContentPartPr>
            <p14:xfrm>
              <a:off x="847725" y="4264635"/>
              <a:ext cx="4438080" cy="127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5F8F37D-31C2-F340-806C-8318678A6BA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93725" y="4156995"/>
                <a:ext cx="454572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A9FB630-F5E0-2D7B-DAD7-2BBF3562089E}"/>
                  </a:ext>
                </a:extLst>
              </p14:cNvPr>
              <p14:cNvContentPartPr/>
              <p14:nvPr/>
            </p14:nvContentPartPr>
            <p14:xfrm>
              <a:off x="847725" y="5162475"/>
              <a:ext cx="7611480" cy="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A9FB630-F5E0-2D7B-DAD7-2BBF3562089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93725" y="4946475"/>
                <a:ext cx="77191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7C9D19C-66C3-3C7F-34B1-ED1398662639}"/>
                  </a:ext>
                </a:extLst>
              </p14:cNvPr>
              <p14:cNvContentPartPr/>
              <p14:nvPr/>
            </p14:nvContentPartPr>
            <p14:xfrm>
              <a:off x="685725" y="5553075"/>
              <a:ext cx="1028160" cy="10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7C9D19C-66C3-3C7F-34B1-ED139866263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31725" y="5445075"/>
                <a:ext cx="11358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C23E758-DF61-664E-35BB-AE0B6AE86149}"/>
                  </a:ext>
                </a:extLst>
              </p14:cNvPr>
              <p14:cNvContentPartPr/>
              <p14:nvPr/>
            </p14:nvContentPartPr>
            <p14:xfrm>
              <a:off x="2257485" y="5562435"/>
              <a:ext cx="80892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C23E758-DF61-664E-35BB-AE0B6AE8614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203485" y="5454435"/>
                <a:ext cx="9165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EC72C07-7821-4790-033D-E2B00255514C}"/>
                  </a:ext>
                </a:extLst>
              </p14:cNvPr>
              <p14:cNvContentPartPr/>
              <p14:nvPr/>
            </p14:nvContentPartPr>
            <p14:xfrm>
              <a:off x="4343325" y="5497995"/>
              <a:ext cx="520560" cy="113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EC72C07-7821-4790-033D-E2B00255514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289325" y="5390355"/>
                <a:ext cx="62820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E9F851B-6E55-39B4-5B50-15009AABE580}"/>
                  </a:ext>
                </a:extLst>
              </p14:cNvPr>
              <p14:cNvContentPartPr/>
              <p14:nvPr/>
            </p14:nvContentPartPr>
            <p14:xfrm>
              <a:off x="5201565" y="5523915"/>
              <a:ext cx="959040" cy="878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E9F851B-6E55-39B4-5B50-15009AABE58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147565" y="5415915"/>
                <a:ext cx="106668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EED792A-7D53-0F1F-0940-F5F57A2EB1D9}"/>
                  </a:ext>
                </a:extLst>
              </p14:cNvPr>
              <p14:cNvContentPartPr/>
              <p14:nvPr/>
            </p14:nvContentPartPr>
            <p14:xfrm>
              <a:off x="7272285" y="5580795"/>
              <a:ext cx="1461240" cy="78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EED792A-7D53-0F1F-0940-F5F57A2EB1D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218645" y="5472795"/>
                <a:ext cx="15688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B89D257-7191-FE0B-EF94-E4F6E5F6B07F}"/>
                  </a:ext>
                </a:extLst>
              </p14:cNvPr>
              <p14:cNvContentPartPr/>
              <p14:nvPr/>
            </p14:nvContentPartPr>
            <p14:xfrm>
              <a:off x="609405" y="5796795"/>
              <a:ext cx="990000" cy="70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B89D257-7191-FE0B-EF94-E4F6E5F6B07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55405" y="5689155"/>
                <a:ext cx="109764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C99F26A-7A20-B9E2-FEB0-0A7D0AFFCA8C}"/>
                  </a:ext>
                </a:extLst>
              </p14:cNvPr>
              <p14:cNvContentPartPr/>
              <p14:nvPr/>
            </p14:nvContentPartPr>
            <p14:xfrm>
              <a:off x="1542885" y="1828515"/>
              <a:ext cx="1582200" cy="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C99F26A-7A20-B9E2-FEB0-0A7D0AFFCA8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533885" y="1810515"/>
                <a:ext cx="1599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9324919-DF1A-CFDF-C2C4-E6D1E2A359EE}"/>
                  </a:ext>
                </a:extLst>
              </p14:cNvPr>
              <p14:cNvContentPartPr/>
              <p14:nvPr/>
            </p14:nvContentPartPr>
            <p14:xfrm>
              <a:off x="5971965" y="1828515"/>
              <a:ext cx="1237680" cy="19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9324919-DF1A-CFDF-C2C4-E6D1E2A359E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962965" y="1819515"/>
                <a:ext cx="12553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75DA061-66A6-CB38-3012-1FBDF75F1FE3}"/>
                  </a:ext>
                </a:extLst>
              </p14:cNvPr>
              <p14:cNvContentPartPr/>
              <p14:nvPr/>
            </p14:nvContentPartPr>
            <p14:xfrm>
              <a:off x="733245" y="2209755"/>
              <a:ext cx="1820160" cy="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75DA061-66A6-CB38-3012-1FBDF75F1FE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24245" y="2191755"/>
                <a:ext cx="18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BA136AB-3F46-C896-70D7-524ED3595FAF}"/>
                  </a:ext>
                </a:extLst>
              </p14:cNvPr>
              <p14:cNvContentPartPr/>
              <p14:nvPr/>
            </p14:nvContentPartPr>
            <p14:xfrm>
              <a:off x="7596285" y="2114355"/>
              <a:ext cx="689760" cy="105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BA136AB-3F46-C896-70D7-524ED3595FA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587285" y="2105355"/>
                <a:ext cx="7074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28CD5DB-936C-0BB6-01D8-D0C3FE9B2F87}"/>
                  </a:ext>
                </a:extLst>
              </p14:cNvPr>
              <p14:cNvContentPartPr/>
              <p14:nvPr/>
            </p14:nvContentPartPr>
            <p14:xfrm>
              <a:off x="752325" y="2581275"/>
              <a:ext cx="4467600" cy="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28CD5DB-936C-0BB6-01D8-D0C3FE9B2F8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43325" y="2563275"/>
                <a:ext cx="4485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F1FE7BD-54E8-1AFD-153D-CC8D4F264088}"/>
                  </a:ext>
                </a:extLst>
              </p14:cNvPr>
              <p14:cNvContentPartPr/>
              <p14:nvPr/>
            </p14:nvContentPartPr>
            <p14:xfrm>
              <a:off x="6729405" y="2561835"/>
              <a:ext cx="1701000" cy="59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F1FE7BD-54E8-1AFD-153D-CC8D4F26408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720765" y="2553195"/>
                <a:ext cx="17186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9D3B7C9-8674-FEAB-9233-CA53716C2C3B}"/>
                  </a:ext>
                </a:extLst>
              </p14:cNvPr>
              <p14:cNvContentPartPr/>
              <p14:nvPr/>
            </p14:nvContentPartPr>
            <p14:xfrm>
              <a:off x="1426965" y="2885115"/>
              <a:ext cx="2141640" cy="694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9D3B7C9-8674-FEAB-9233-CA53716C2C3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417965" y="2876475"/>
                <a:ext cx="21592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7D8843E-CBCC-34F6-9D4F-13CC84AC8C41}"/>
                  </a:ext>
                </a:extLst>
              </p14:cNvPr>
              <p14:cNvContentPartPr/>
              <p14:nvPr/>
            </p14:nvContentPartPr>
            <p14:xfrm>
              <a:off x="1476285" y="3838395"/>
              <a:ext cx="3267720" cy="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7D8843E-CBCC-34F6-9D4F-13CC84AC8C4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467285" y="3820395"/>
                <a:ext cx="3285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82B9515-CDD5-D7CD-D7A5-1D5C588D7DF0}"/>
                  </a:ext>
                </a:extLst>
              </p14:cNvPr>
              <p14:cNvContentPartPr/>
              <p14:nvPr/>
            </p14:nvContentPartPr>
            <p14:xfrm>
              <a:off x="1590765" y="4114515"/>
              <a:ext cx="2829240" cy="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82B9515-CDD5-D7CD-D7A5-1D5C588D7DF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581765" y="4096515"/>
                <a:ext cx="284688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Rectangle 2">
            <a:extLst>
              <a:ext uri="{FF2B5EF4-FFF2-40B4-BE49-F238E27FC236}">
                <a16:creationId xmlns:a16="http://schemas.microsoft.com/office/drawing/2014/main" id="{3A60E2D8-9E47-ED1B-D3DC-49EE32557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55" y="454383"/>
            <a:ext cx="42901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Explicit requirements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clearly stated, written requirements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Implicit requirements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unstated but expected (performance, usability, security)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EF3C7F3-76B7-8ED4-B326-4EAF9BB51E73}"/>
                  </a:ext>
                </a:extLst>
              </p14:cNvPr>
              <p14:cNvContentPartPr/>
              <p14:nvPr/>
            </p14:nvContentPartPr>
            <p14:xfrm>
              <a:off x="5876925" y="4133595"/>
              <a:ext cx="1972440" cy="7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EF3C7F3-76B7-8ED4-B326-4EAF9BB51E7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867925" y="4115595"/>
                <a:ext cx="19900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B29B237-7DAF-A968-07E2-CF2B5D33506B}"/>
                  </a:ext>
                </a:extLst>
              </p14:cNvPr>
              <p14:cNvContentPartPr/>
              <p14:nvPr/>
            </p14:nvContentPartPr>
            <p14:xfrm>
              <a:off x="5162325" y="3762075"/>
              <a:ext cx="2029320" cy="7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B29B237-7DAF-A968-07E2-CF2B5D33506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153325" y="3744075"/>
                <a:ext cx="20469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21833BB5-26D7-F62A-0D6A-47C9BD47D546}"/>
              </a:ext>
            </a:extLst>
          </p:cNvPr>
          <p:cNvSpPr txBox="1"/>
          <p:nvPr/>
        </p:nvSpPr>
        <p:spPr>
          <a:xfrm>
            <a:off x="4446240" y="2955665"/>
            <a:ext cx="3619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 ONLY UNDERSTANDBLE FOR YOU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6FC8512-C666-4E1B-FDB7-515F312C177A}"/>
                  </a:ext>
                </a:extLst>
              </p14:cNvPr>
              <p14:cNvContentPartPr/>
              <p14:nvPr/>
            </p14:nvContentPartPr>
            <p14:xfrm>
              <a:off x="571245" y="3264555"/>
              <a:ext cx="8231040" cy="13366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6FC8512-C666-4E1B-FDB7-515F312C177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62245" y="3255915"/>
                <a:ext cx="8248680" cy="13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D2D6ED6-4476-6FF9-CE0E-6CD500C9249E}"/>
                  </a:ext>
                </a:extLst>
              </p14:cNvPr>
              <p14:cNvContentPartPr/>
              <p14:nvPr/>
            </p14:nvContentPartPr>
            <p14:xfrm>
              <a:off x="2619285" y="5352915"/>
              <a:ext cx="4629600" cy="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D2D6ED6-4476-6FF9-CE0E-6CD500C9249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610285" y="5334915"/>
                <a:ext cx="4647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6956338-3CC1-9FC6-B14B-5B0FA33465DE}"/>
                  </a:ext>
                </a:extLst>
              </p14:cNvPr>
              <p14:cNvContentPartPr/>
              <p14:nvPr/>
            </p14:nvContentPartPr>
            <p14:xfrm>
              <a:off x="2266845" y="5704995"/>
              <a:ext cx="851040" cy="673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6956338-3CC1-9FC6-B14B-5B0FA33465D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257845" y="5696355"/>
                <a:ext cx="868680" cy="8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0A1B5376-ECEF-27C0-77AB-D11000ABCC98}"/>
              </a:ext>
            </a:extLst>
          </p:cNvPr>
          <p:cNvGrpSpPr/>
          <p:nvPr/>
        </p:nvGrpSpPr>
        <p:grpSpPr>
          <a:xfrm>
            <a:off x="4151805" y="5724075"/>
            <a:ext cx="1665720" cy="79560"/>
            <a:chOff x="4151805" y="5724075"/>
            <a:chExt cx="1665720" cy="7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C8008AE-456E-AADE-064A-F31A20E11483}"/>
                    </a:ext>
                  </a:extLst>
                </p14:cNvPr>
                <p14:cNvContentPartPr/>
                <p14:nvPr/>
              </p14:nvContentPartPr>
              <p14:xfrm>
                <a:off x="4151805" y="5724075"/>
                <a:ext cx="677160" cy="39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C8008AE-456E-AADE-064A-F31A20E1148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143165" y="5715075"/>
                  <a:ext cx="694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8A76764-3BE5-2C96-E294-157F2B7EF3F8}"/>
                    </a:ext>
                  </a:extLst>
                </p14:cNvPr>
                <p14:cNvContentPartPr/>
                <p14:nvPr/>
              </p14:nvContentPartPr>
              <p14:xfrm>
                <a:off x="4981605" y="5743155"/>
                <a:ext cx="835920" cy="60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8A76764-3BE5-2C96-E294-157F2B7EF3F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972605" y="5734515"/>
                  <a:ext cx="85356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0376331-676B-2E27-C043-CAF8E6D46260}"/>
                  </a:ext>
                </a:extLst>
              </p14:cNvPr>
              <p14:cNvContentPartPr/>
              <p14:nvPr/>
            </p14:nvContentPartPr>
            <p14:xfrm>
              <a:off x="7046925" y="5771235"/>
              <a:ext cx="1280880" cy="153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0376331-676B-2E27-C043-CAF8E6D46260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037925" y="5762595"/>
                <a:ext cx="1298520" cy="17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24800" cy="5105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Structured/functional Design: data flow diagram (DFD), entity relation diagram (ERD), and Hierarchical Charts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Object Oriented Design: UML, Use Cases and Class Diagrams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Examples of Design Tools</a:t>
            </a:r>
          </a:p>
          <a:p>
            <a:pPr lvl="1">
              <a:defRPr/>
            </a:pPr>
            <a:r>
              <a:rPr lang="en-US" dirty="0"/>
              <a:t>Rational Rose, Star UML, Together Soft, and Microsoft Visio</a:t>
            </a:r>
          </a:p>
          <a:p>
            <a:pPr marL="274320" indent="-274320" fontAlgn="auto">
              <a:spcAft>
                <a:spcPts val="0"/>
              </a:spcAft>
              <a:buNone/>
              <a:defRPr/>
            </a:pPr>
            <a:endParaRPr lang="en-US" dirty="0"/>
          </a:p>
          <a:p>
            <a:pPr marL="274320" indent="-274320" fontAlgn="auto"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/>
              <a:t>Design Techniques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0DA098-336D-4885-9382-D4BB7126ED7A}"/>
                  </a:ext>
                </a:extLst>
              </p14:cNvPr>
              <p14:cNvContentPartPr/>
              <p14:nvPr/>
            </p14:nvContentPartPr>
            <p14:xfrm>
              <a:off x="838005" y="1761915"/>
              <a:ext cx="3601800" cy="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0DA098-336D-4885-9382-D4BB7126ED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4005" y="1545915"/>
                <a:ext cx="37094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016AA44-6C4E-FD64-EE29-92B237809B23}"/>
                  </a:ext>
                </a:extLst>
              </p14:cNvPr>
              <p14:cNvContentPartPr/>
              <p14:nvPr/>
            </p14:nvContentPartPr>
            <p14:xfrm>
              <a:off x="4867125" y="1809435"/>
              <a:ext cx="22878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016AA44-6C4E-FD64-EE29-92B237809B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13125" y="1593435"/>
                <a:ext cx="23954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A443AB5-61F4-5D57-3A2A-AE5B157324C3}"/>
                  </a:ext>
                </a:extLst>
              </p14:cNvPr>
              <p14:cNvContentPartPr/>
              <p14:nvPr/>
            </p14:nvContentPartPr>
            <p14:xfrm>
              <a:off x="952485" y="2161875"/>
              <a:ext cx="2694960" cy="69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A443AB5-61F4-5D57-3A2A-AE5B157324C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8485" y="2053875"/>
                <a:ext cx="280260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AB11C58-8375-0241-AB19-292B4B26E29D}"/>
                  </a:ext>
                </a:extLst>
              </p14:cNvPr>
              <p14:cNvContentPartPr/>
              <p14:nvPr/>
            </p14:nvContentPartPr>
            <p14:xfrm>
              <a:off x="5496045" y="2200035"/>
              <a:ext cx="2208960" cy="77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AB11C58-8375-0241-AB19-292B4B26E29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42045" y="2092035"/>
                <a:ext cx="231660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FC14357-BBB6-4009-60F8-58D5EA6E886E}"/>
                  </a:ext>
                </a:extLst>
              </p14:cNvPr>
              <p14:cNvContentPartPr/>
              <p14:nvPr/>
            </p14:nvContentPartPr>
            <p14:xfrm>
              <a:off x="809565" y="2961795"/>
              <a:ext cx="2909880" cy="241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FC14357-BBB6-4009-60F8-58D5EA6E886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5565" y="2853795"/>
                <a:ext cx="301752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374C6D6-70C0-6CA6-AFB6-B15E7A75E31D}"/>
                  </a:ext>
                </a:extLst>
              </p14:cNvPr>
              <p14:cNvContentPartPr/>
              <p14:nvPr/>
            </p14:nvContentPartPr>
            <p14:xfrm>
              <a:off x="4029045" y="3057195"/>
              <a:ext cx="398520" cy="19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374C6D6-70C0-6CA6-AFB6-B15E7A75E31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045" y="2949195"/>
                <a:ext cx="50616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6440AAB-BC1E-AB45-9F1A-4199DC3CB2B2}"/>
                  </a:ext>
                </a:extLst>
              </p14:cNvPr>
              <p14:cNvContentPartPr/>
              <p14:nvPr/>
            </p14:nvContentPartPr>
            <p14:xfrm>
              <a:off x="4851285" y="3038115"/>
              <a:ext cx="1311480" cy="75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6440AAB-BC1E-AB45-9F1A-4199DC3CB2B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97645" y="2930475"/>
                <a:ext cx="141912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EA6EDCD-4635-356C-72BD-5AB0793FD32B}"/>
                  </a:ext>
                </a:extLst>
              </p14:cNvPr>
              <p14:cNvContentPartPr/>
              <p14:nvPr/>
            </p14:nvContentPartPr>
            <p14:xfrm>
              <a:off x="7067445" y="3019035"/>
              <a:ext cx="726840" cy="9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EA6EDCD-4635-356C-72BD-5AB0793FD32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13445" y="2911395"/>
                <a:ext cx="8344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E2CE0BD-3BCC-ADE7-32DF-B73636262A01}"/>
                  </a:ext>
                </a:extLst>
              </p14:cNvPr>
              <p14:cNvContentPartPr/>
              <p14:nvPr/>
            </p14:nvContentPartPr>
            <p14:xfrm>
              <a:off x="924045" y="3446715"/>
              <a:ext cx="894600" cy="20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E2CE0BD-3BCC-ADE7-32DF-B73636262A0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0045" y="3339075"/>
                <a:ext cx="1002240" cy="23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0" dirty="0"/>
              <a:t>Object Oriented </a:t>
            </a:r>
            <a:r>
              <a:rPr lang="en-US" dirty="0"/>
              <a:t>Design Techniques 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543800" cy="4846638"/>
          </a:xfrm>
        </p:spPr>
        <p:txBody>
          <a:bodyPr/>
          <a:lstStyle/>
          <a:p>
            <a:r>
              <a:rPr lang="en-US" dirty="0">
                <a:solidFill>
                  <a:srgbClr val="292934"/>
                </a:solidFill>
              </a:rPr>
              <a:t>Basic components</a:t>
            </a:r>
          </a:p>
          <a:p>
            <a:pPr lvl="1"/>
            <a:r>
              <a:rPr lang="en-US" dirty="0">
                <a:solidFill>
                  <a:srgbClr val="292934"/>
                </a:solidFill>
              </a:rPr>
              <a:t>Classes, which include objects </a:t>
            </a:r>
          </a:p>
          <a:p>
            <a:pPr lvl="1"/>
            <a:r>
              <a:rPr lang="en-US" dirty="0">
                <a:solidFill>
                  <a:srgbClr val="292934"/>
                </a:solidFill>
              </a:rPr>
              <a:t>Functions </a:t>
            </a:r>
          </a:p>
          <a:p>
            <a:endParaRPr lang="en-US" dirty="0">
              <a:solidFill>
                <a:srgbClr val="292934"/>
              </a:solidFill>
            </a:endParaRPr>
          </a:p>
          <a:p>
            <a:r>
              <a:rPr lang="en-US" dirty="0">
                <a:solidFill>
                  <a:srgbClr val="292934"/>
                </a:solidFill>
              </a:rPr>
              <a:t>Component relationships </a:t>
            </a:r>
          </a:p>
          <a:p>
            <a:pPr lvl="1"/>
            <a:r>
              <a:rPr lang="en-US" dirty="0">
                <a:solidFill>
                  <a:srgbClr val="292934"/>
                </a:solidFill>
              </a:rPr>
              <a:t>One class uses other classes t</a:t>
            </a:r>
            <a:r>
              <a:rPr lang="en-US" dirty="0"/>
              <a:t>o fulfill its responsibilities </a:t>
            </a:r>
          </a:p>
          <a:p>
            <a:pPr lvl="2"/>
            <a:r>
              <a:rPr lang="en-US" dirty="0"/>
              <a:t>Methods from one class call methods in the other classes</a:t>
            </a:r>
          </a:p>
          <a:p>
            <a:pPr lvl="1"/>
            <a:r>
              <a:rPr lang="en-US" dirty="0"/>
              <a:t>Inheritance </a:t>
            </a:r>
          </a:p>
          <a:p>
            <a:pPr lvl="1"/>
            <a:r>
              <a:rPr lang="en-US" dirty="0"/>
              <a:t>Classes grouped into packages/subsystems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5C8A41-B8AF-9DAB-252B-334511257154}"/>
                  </a:ext>
                </a:extLst>
              </p14:cNvPr>
              <p14:cNvContentPartPr/>
              <p14:nvPr/>
            </p14:nvContentPartPr>
            <p14:xfrm>
              <a:off x="496365" y="846435"/>
              <a:ext cx="7923240" cy="449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5C8A41-B8AF-9DAB-252B-3345112571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2365" y="738795"/>
                <a:ext cx="8030880" cy="66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C6BF3B-96B1-BEE7-EE20-081ED9336A47}"/>
                  </a:ext>
                </a:extLst>
              </p14:cNvPr>
              <p14:cNvContentPartPr/>
              <p14:nvPr/>
            </p14:nvContentPartPr>
            <p14:xfrm>
              <a:off x="666645" y="1818435"/>
              <a:ext cx="2771640" cy="78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C6BF3B-96B1-BEE7-EE20-081ED9336A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645" y="1710435"/>
                <a:ext cx="28792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EEEBEAC-4D2B-DFF2-8378-EC285998668C}"/>
                  </a:ext>
                </a:extLst>
              </p14:cNvPr>
              <p14:cNvContentPartPr/>
              <p14:nvPr/>
            </p14:nvContentPartPr>
            <p14:xfrm>
              <a:off x="619125" y="3428715"/>
              <a:ext cx="3619800" cy="162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EEEBEAC-4D2B-DFF2-8378-EC28599866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5125" y="3320715"/>
                <a:ext cx="372744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6D24727-7215-778C-49B6-0CC201855EFE}"/>
                  </a:ext>
                </a:extLst>
              </p14:cNvPr>
              <p14:cNvContentPartPr/>
              <p14:nvPr/>
            </p14:nvContentPartPr>
            <p14:xfrm>
              <a:off x="980925" y="2133075"/>
              <a:ext cx="752040" cy="48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6D24727-7215-778C-49B6-0CC201855E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6925" y="2025075"/>
                <a:ext cx="85968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4A61189-1F86-4E87-B3F1-5DEA8B4F5130}"/>
                  </a:ext>
                </a:extLst>
              </p14:cNvPr>
              <p14:cNvContentPartPr/>
              <p14:nvPr/>
            </p14:nvContentPartPr>
            <p14:xfrm>
              <a:off x="1095405" y="2543115"/>
              <a:ext cx="913680" cy="88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4A61189-1F86-4E87-B3F1-5DEA8B4F51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41405" y="2435115"/>
                <a:ext cx="10213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ECCFAD4-F457-FD4D-567C-594C5D3C0033}"/>
                  </a:ext>
                </a:extLst>
              </p14:cNvPr>
              <p14:cNvContentPartPr/>
              <p14:nvPr/>
            </p14:nvContentPartPr>
            <p14:xfrm>
              <a:off x="1343445" y="2133435"/>
              <a:ext cx="582840" cy="115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ECCFAD4-F457-FD4D-567C-594C5D3C003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89445" y="2025435"/>
                <a:ext cx="6904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3B59A0F-E55B-FBCD-6D8E-97743CADC099}"/>
                  </a:ext>
                </a:extLst>
              </p14:cNvPr>
              <p14:cNvContentPartPr/>
              <p14:nvPr/>
            </p14:nvContentPartPr>
            <p14:xfrm>
              <a:off x="1085685" y="3838395"/>
              <a:ext cx="625212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3B59A0F-E55B-FBCD-6D8E-97743CADC09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31685" y="3622395"/>
                <a:ext cx="63597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49936E4-DF33-C3E4-E355-F4E91D9CA03A}"/>
                  </a:ext>
                </a:extLst>
              </p14:cNvPr>
              <p14:cNvContentPartPr/>
              <p14:nvPr/>
            </p14:nvContentPartPr>
            <p14:xfrm>
              <a:off x="840165" y="4400355"/>
              <a:ext cx="1647000" cy="144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49936E4-DF33-C3E4-E355-F4E91D9CA03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6525" y="4292355"/>
                <a:ext cx="17546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F4FBA61-D1A5-090B-089C-C0163C981E80}"/>
                  </a:ext>
                </a:extLst>
              </p14:cNvPr>
              <p14:cNvContentPartPr/>
              <p14:nvPr/>
            </p14:nvContentPartPr>
            <p14:xfrm>
              <a:off x="1066605" y="4924155"/>
              <a:ext cx="342180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F4FBA61-D1A5-090B-089C-C0163C981E8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2605" y="4708155"/>
                <a:ext cx="35294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3CAC176-90EE-3283-B6E3-9A8D8505F35D}"/>
                  </a:ext>
                </a:extLst>
              </p14:cNvPr>
              <p14:cNvContentPartPr/>
              <p14:nvPr/>
            </p14:nvContentPartPr>
            <p14:xfrm>
              <a:off x="1409685" y="4190475"/>
              <a:ext cx="2161080" cy="115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3CAC176-90EE-3283-B6E3-9A8D8505F35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55685" y="4082475"/>
                <a:ext cx="226872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45A6D3E-FDD5-38D9-7FFF-A8520C380F1E}"/>
                  </a:ext>
                </a:extLst>
              </p14:cNvPr>
              <p14:cNvContentPartPr/>
              <p14:nvPr/>
            </p14:nvContentPartPr>
            <p14:xfrm>
              <a:off x="3886125" y="4179675"/>
              <a:ext cx="3049200" cy="88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45A6D3E-FDD5-38D9-7FFF-A8520C380F1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32125" y="4071675"/>
                <a:ext cx="31568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F651D66-B2B3-7009-84EB-A5C412C2C468}"/>
                  </a:ext>
                </a:extLst>
              </p14:cNvPr>
              <p14:cNvContentPartPr/>
              <p14:nvPr/>
            </p14:nvContentPartPr>
            <p14:xfrm>
              <a:off x="1066605" y="3990675"/>
              <a:ext cx="323892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F651D66-B2B3-7009-84EB-A5C412C2C46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57605" y="3972675"/>
                <a:ext cx="3256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4E1A11B-6EC0-B04F-9268-8B6F0DEBA61E}"/>
                  </a:ext>
                </a:extLst>
              </p14:cNvPr>
              <p14:cNvContentPartPr/>
              <p14:nvPr/>
            </p14:nvContentPartPr>
            <p14:xfrm>
              <a:off x="1314285" y="4352835"/>
              <a:ext cx="581112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4E1A11B-6EC0-B04F-9268-8B6F0DEBA61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05285" y="4334835"/>
                <a:ext cx="5828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91028A5-9AC4-05F5-D9DC-43A35C778719}"/>
                  </a:ext>
                </a:extLst>
              </p14:cNvPr>
              <p14:cNvContentPartPr/>
              <p14:nvPr/>
            </p14:nvContentPartPr>
            <p14:xfrm>
              <a:off x="1162005" y="4637595"/>
              <a:ext cx="1106280" cy="48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91028A5-9AC4-05F5-D9DC-43A35C77871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53005" y="4628955"/>
                <a:ext cx="11239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BE2D512-24A3-2A6E-4305-B3C678A93678}"/>
                  </a:ext>
                </a:extLst>
              </p14:cNvPr>
              <p14:cNvContentPartPr/>
              <p14:nvPr/>
            </p14:nvContentPartPr>
            <p14:xfrm>
              <a:off x="3135885" y="4999035"/>
              <a:ext cx="1229760" cy="78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BE2D512-24A3-2A6E-4305-B3C678A9367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27245" y="4990395"/>
                <a:ext cx="12474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468AF15-5EF2-0D3B-3A1A-6FCFA56D6B9E}"/>
                  </a:ext>
                </a:extLst>
              </p14:cNvPr>
              <p14:cNvContentPartPr/>
              <p14:nvPr/>
            </p14:nvContentPartPr>
            <p14:xfrm>
              <a:off x="3628005" y="2390475"/>
              <a:ext cx="839160" cy="47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468AF15-5EF2-0D3B-3A1A-6FCFA56D6B9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19005" y="2381475"/>
                <a:ext cx="856800" cy="6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0" dirty="0"/>
              <a:t>Object Oriented </a:t>
            </a:r>
            <a:r>
              <a:rPr lang="en-US" dirty="0"/>
              <a:t>Design Techniques 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846638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292934"/>
                </a:solidFill>
              </a:rPr>
              <a:t>Identify basic objects</a:t>
            </a:r>
            <a:r>
              <a:rPr lang="en-US" dirty="0"/>
              <a:t>/concepts in application domain, and use these as foundation classes </a:t>
            </a:r>
          </a:p>
          <a:p>
            <a:pPr marL="274320" lvl="1" indent="0" algn="just">
              <a:buNone/>
            </a:pPr>
            <a:endParaRPr lang="en-US" dirty="0"/>
          </a:p>
          <a:p>
            <a:pPr algn="just"/>
            <a:r>
              <a:rPr lang="en-US" dirty="0"/>
              <a:t>Add additional classes for desired functionality 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Abstract out super classes to facilitate understanding and possible re-use 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Refactor as necessary </a:t>
            </a:r>
          </a:p>
          <a:p>
            <a:pPr algn="just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1F1810-9840-9809-5D58-76CEFEB40CD1}"/>
                  </a:ext>
                </a:extLst>
              </p14:cNvPr>
              <p14:cNvContentPartPr/>
              <p14:nvPr/>
            </p14:nvContentPartPr>
            <p14:xfrm>
              <a:off x="742965" y="1914555"/>
              <a:ext cx="7116840" cy="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1F1810-9840-9809-5D58-76CEFEB40C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8965" y="1698555"/>
                <a:ext cx="72244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1518BE6-44D4-FD01-9AA7-1E8820B01D07}"/>
                  </a:ext>
                </a:extLst>
              </p14:cNvPr>
              <p14:cNvContentPartPr/>
              <p14:nvPr/>
            </p14:nvContentPartPr>
            <p14:xfrm>
              <a:off x="1333365" y="2381115"/>
              <a:ext cx="438228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1518BE6-44D4-FD01-9AA7-1E8820B01D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9365" y="2165115"/>
                <a:ext cx="44899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3F18AA7-5A75-6C38-0A55-44DDE69ECBCF}"/>
                  </a:ext>
                </a:extLst>
              </p14:cNvPr>
              <p14:cNvContentPartPr/>
              <p14:nvPr/>
            </p14:nvContentPartPr>
            <p14:xfrm>
              <a:off x="885885" y="3152595"/>
              <a:ext cx="617292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3F18AA7-5A75-6C38-0A55-44DDE69ECB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1885" y="2936595"/>
                <a:ext cx="62805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43AABFA-79F7-C96C-0D57-022430AFEEFA}"/>
                  </a:ext>
                </a:extLst>
              </p14:cNvPr>
              <p14:cNvContentPartPr/>
              <p14:nvPr/>
            </p14:nvContentPartPr>
            <p14:xfrm>
              <a:off x="790485" y="3913995"/>
              <a:ext cx="3475440" cy="49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43AABFA-79F7-C96C-0D57-022430AFEEF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6485" y="3806355"/>
                <a:ext cx="35830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AC85116-C161-F350-9DD5-E07F34DC7932}"/>
                  </a:ext>
                </a:extLst>
              </p14:cNvPr>
              <p14:cNvContentPartPr/>
              <p14:nvPr/>
            </p14:nvContentPartPr>
            <p14:xfrm>
              <a:off x="5029125" y="3952875"/>
              <a:ext cx="299268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AC85116-C161-F350-9DD5-E07F34DC793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75125" y="3736875"/>
                <a:ext cx="31003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7763B72-82FC-B84C-87A9-89A05B624939}"/>
                  </a:ext>
                </a:extLst>
              </p14:cNvPr>
              <p14:cNvContentPartPr/>
              <p14:nvPr/>
            </p14:nvContentPartPr>
            <p14:xfrm>
              <a:off x="847725" y="5095875"/>
              <a:ext cx="288684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7763B72-82FC-B84C-87A9-89A05B6249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3725" y="4879875"/>
                <a:ext cx="29944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AE33D01-F9E1-8F40-008B-ED1D0CC563E6}"/>
                  </a:ext>
                </a:extLst>
              </p14:cNvPr>
              <p14:cNvContentPartPr/>
              <p14:nvPr/>
            </p14:nvContentPartPr>
            <p14:xfrm>
              <a:off x="2221125" y="2476155"/>
              <a:ext cx="3647160" cy="196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AE33D01-F9E1-8F40-008B-ED1D0CC563E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12485" y="2467155"/>
                <a:ext cx="36648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448B618-1665-EBFF-87BB-A5239C64664B}"/>
                  </a:ext>
                </a:extLst>
              </p14:cNvPr>
              <p14:cNvContentPartPr/>
              <p14:nvPr/>
            </p14:nvContentPartPr>
            <p14:xfrm>
              <a:off x="1476285" y="3381195"/>
              <a:ext cx="2241360" cy="41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448B618-1665-EBFF-87BB-A5239C64664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67285" y="3372195"/>
                <a:ext cx="22590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9559515-F66F-A486-B27B-F583D59988D8}"/>
                  </a:ext>
                </a:extLst>
              </p14:cNvPr>
              <p14:cNvContentPartPr/>
              <p14:nvPr/>
            </p14:nvContentPartPr>
            <p14:xfrm>
              <a:off x="4295805" y="3303795"/>
              <a:ext cx="2408040" cy="275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9559515-F66F-A486-B27B-F583D59988D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86805" y="3295155"/>
                <a:ext cx="2425680" cy="29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Definitions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153400" cy="4833938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  <a:defRPr/>
            </a:pPr>
            <a:r>
              <a:rPr lang="en-US" sz="2400" dirty="0"/>
              <a:t>A </a:t>
            </a:r>
            <a:r>
              <a:rPr lang="en-US" sz="2400" i="1" dirty="0"/>
              <a:t>pattern</a:t>
            </a:r>
            <a:r>
              <a:rPr lang="en-US" sz="2400" dirty="0"/>
              <a:t> is a </a:t>
            </a:r>
            <a:r>
              <a:rPr lang="en-US" sz="2400" dirty="0">
                <a:solidFill>
                  <a:srgbClr val="3366FF"/>
                </a:solidFill>
              </a:rPr>
              <a:t>recurring </a:t>
            </a:r>
            <a:r>
              <a:rPr lang="en-US" sz="2400" dirty="0">
                <a:solidFill>
                  <a:srgbClr val="840E02"/>
                </a:solidFill>
              </a:rPr>
              <a:t>solution</a:t>
            </a:r>
            <a:r>
              <a:rPr lang="en-US" sz="2400" dirty="0"/>
              <a:t> to a standard </a:t>
            </a:r>
            <a:r>
              <a:rPr lang="en-US" sz="2400" dirty="0">
                <a:solidFill>
                  <a:srgbClr val="840E02"/>
                </a:solidFill>
              </a:rPr>
              <a:t>problem</a:t>
            </a:r>
            <a:r>
              <a:rPr lang="en-US" sz="2400" dirty="0"/>
              <a:t>, in a </a:t>
            </a:r>
            <a:r>
              <a:rPr lang="en-US" sz="2400" dirty="0">
                <a:solidFill>
                  <a:srgbClr val="3366FF"/>
                </a:solidFill>
              </a:rPr>
              <a:t>context</a:t>
            </a:r>
            <a:endParaRPr lang="en-US" sz="2400" dirty="0"/>
          </a:p>
          <a:p>
            <a:pPr marL="0" indent="0" algn="just" fontAlgn="auto">
              <a:spcAft>
                <a:spcPts val="0"/>
              </a:spcAft>
              <a:buFont typeface="Wingdings 2"/>
              <a:buNone/>
              <a:defRPr/>
            </a:pPr>
            <a:endParaRPr lang="en-US" sz="2400" dirty="0"/>
          </a:p>
          <a:p>
            <a:pPr algn="just">
              <a:defRPr/>
            </a:pPr>
            <a:r>
              <a:rPr lang="en-US" sz="2400" dirty="0">
                <a:solidFill>
                  <a:srgbClr val="3366FF"/>
                </a:solidFill>
              </a:rPr>
              <a:t>Pattern </a:t>
            </a:r>
            <a:r>
              <a:rPr lang="en-US" sz="2400" dirty="0"/>
              <a:t>is a structure or template that is designed to provide solution of a specific problem</a:t>
            </a:r>
            <a:endParaRPr lang="en-US" dirty="0"/>
          </a:p>
          <a:p>
            <a:pPr algn="just">
              <a:defRPr/>
            </a:pPr>
            <a:endParaRPr lang="en-US" sz="2000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en-US" dirty="0">
                <a:solidFill>
                  <a:schemeClr val="tx1"/>
                </a:solidFill>
              </a:rPr>
              <a:t>“A </a:t>
            </a:r>
            <a:r>
              <a:rPr lang="en-US" dirty="0">
                <a:solidFill>
                  <a:srgbClr val="3366FF"/>
                </a:solidFill>
              </a:rPr>
              <a:t>pattern </a:t>
            </a:r>
            <a:r>
              <a:rPr lang="en-US" dirty="0">
                <a:solidFill>
                  <a:schemeClr val="tx1"/>
                </a:solidFill>
              </a:rPr>
              <a:t>describes a problem which occurs over and over again in our environment, and then describes the core of the solution to that problem, in such a way that you can use this solution a million times over, without ever doing it the same way twice”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6CEA130-31B0-8EC8-8F91-9AF5DF4B3002}"/>
                  </a:ext>
                </a:extLst>
              </p14:cNvPr>
              <p14:cNvContentPartPr/>
              <p14:nvPr/>
            </p14:nvContentPartPr>
            <p14:xfrm>
              <a:off x="771405" y="1790715"/>
              <a:ext cx="4168080" cy="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6CEA130-31B0-8EC8-8F91-9AF5DF4B30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7405" y="1574715"/>
                <a:ext cx="4275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86433C-C81A-D761-5637-F54027C8E5A5}"/>
                  </a:ext>
                </a:extLst>
              </p14:cNvPr>
              <p14:cNvContentPartPr/>
              <p14:nvPr/>
            </p14:nvContentPartPr>
            <p14:xfrm>
              <a:off x="5476965" y="1780635"/>
              <a:ext cx="2551680" cy="86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86433C-C81A-D761-5637-F54027C8E5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22965" y="1672635"/>
                <a:ext cx="265932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0E8E774-2304-EC38-EC9B-079B0CF25878}"/>
                  </a:ext>
                </a:extLst>
              </p14:cNvPr>
              <p14:cNvContentPartPr/>
              <p14:nvPr/>
            </p14:nvContentPartPr>
            <p14:xfrm>
              <a:off x="933405" y="2943075"/>
              <a:ext cx="287892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0E8E774-2304-EC38-EC9B-079B0CF258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9405" y="2727075"/>
                <a:ext cx="29865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FBB270-7383-DBA5-DF1F-7E524CBE133C}"/>
                  </a:ext>
                </a:extLst>
              </p14:cNvPr>
              <p14:cNvContentPartPr/>
              <p14:nvPr/>
            </p14:nvContentPartPr>
            <p14:xfrm>
              <a:off x="4486245" y="2876115"/>
              <a:ext cx="1310400" cy="115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FBB270-7383-DBA5-DF1F-7E524CBE133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32245" y="2768115"/>
                <a:ext cx="14180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D5D934-767F-774B-0A72-B577B6C63FED}"/>
                  </a:ext>
                </a:extLst>
              </p14:cNvPr>
              <p14:cNvContentPartPr/>
              <p14:nvPr/>
            </p14:nvContentPartPr>
            <p14:xfrm>
              <a:off x="6496125" y="2990595"/>
              <a:ext cx="1932840" cy="86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D5D934-767F-774B-0A72-B577B6C63F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42125" y="2882955"/>
                <a:ext cx="20404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40B8882-8F7B-A028-CC6F-9BF347A2125A}"/>
                  </a:ext>
                </a:extLst>
              </p14:cNvPr>
              <p14:cNvContentPartPr/>
              <p14:nvPr/>
            </p14:nvContentPartPr>
            <p14:xfrm>
              <a:off x="838005" y="3409635"/>
              <a:ext cx="477252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40B8882-8F7B-A028-CC6F-9BF347A2125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4005" y="3193635"/>
                <a:ext cx="4880160" cy="43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0" dirty="0"/>
              <a:t>Main Types of Patterns</a:t>
            </a:r>
            <a:endParaRPr lang="en-US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76800"/>
          </a:xfrm>
        </p:spPr>
        <p:txBody>
          <a:bodyPr/>
          <a:lstStyle/>
          <a:p>
            <a:r>
              <a:rPr lang="en-US" dirty="0"/>
              <a:t>Architectural Patterns</a:t>
            </a:r>
          </a:p>
          <a:p>
            <a:r>
              <a:rPr lang="en-US" dirty="0"/>
              <a:t>Design Patterns</a:t>
            </a:r>
          </a:p>
          <a:p>
            <a:r>
              <a:rPr lang="en-US" dirty="0"/>
              <a:t>Idiom Patterns</a:t>
            </a:r>
          </a:p>
          <a:p>
            <a:endParaRPr lang="en-US" dirty="0"/>
          </a:p>
          <a:p>
            <a:r>
              <a:rPr lang="en-US" dirty="0"/>
              <a:t>Our main focus is : Design Patterns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EDFC27-4FEE-9BF5-E54F-3E5D664420CC}"/>
                  </a:ext>
                </a:extLst>
              </p14:cNvPr>
              <p14:cNvContentPartPr/>
              <p14:nvPr/>
            </p14:nvContentPartPr>
            <p14:xfrm>
              <a:off x="971565" y="1846515"/>
              <a:ext cx="2780640" cy="20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EDFC27-4FEE-9BF5-E54F-3E5D664420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565" y="1738875"/>
                <a:ext cx="288828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132E51-A375-4414-F6C5-FB2D1DEB609F}"/>
                  </a:ext>
                </a:extLst>
              </p14:cNvPr>
              <p14:cNvContentPartPr/>
              <p14:nvPr/>
            </p14:nvContentPartPr>
            <p14:xfrm>
              <a:off x="781125" y="2247915"/>
              <a:ext cx="1856520" cy="39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D132E51-A375-4414-F6C5-FB2D1DEB60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7125" y="2139915"/>
                <a:ext cx="19641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CB4830B-07FE-1650-B8C6-682A688696C8}"/>
                  </a:ext>
                </a:extLst>
              </p14:cNvPr>
              <p14:cNvContentPartPr/>
              <p14:nvPr/>
            </p14:nvContentPartPr>
            <p14:xfrm>
              <a:off x="1124925" y="2246835"/>
              <a:ext cx="1739160" cy="48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CB4830B-07FE-1650-B8C6-682A688696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0925" y="2139195"/>
                <a:ext cx="184680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E38DDD6-1D50-BD89-DB42-590E4C32D57C}"/>
                  </a:ext>
                </a:extLst>
              </p14:cNvPr>
              <p14:cNvContentPartPr/>
              <p14:nvPr/>
            </p14:nvContentPartPr>
            <p14:xfrm>
              <a:off x="752325" y="2752635"/>
              <a:ext cx="1938600" cy="38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E38DDD6-1D50-BD89-DB42-590E4C32D5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8325" y="2644635"/>
                <a:ext cx="20462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96DE093-33B8-9729-25C6-E05CAA5E3C64}"/>
                  </a:ext>
                </a:extLst>
              </p14:cNvPr>
              <p14:cNvContentPartPr/>
              <p14:nvPr/>
            </p14:nvContentPartPr>
            <p14:xfrm>
              <a:off x="3095925" y="3411075"/>
              <a:ext cx="3046320" cy="303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96DE093-33B8-9729-25C6-E05CAA5E3C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41925" y="3303435"/>
                <a:ext cx="3153960" cy="51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design patterns in this book are descriptions of communicating objects and classes that are customized to solve a general design problem in a particular context</a:t>
            </a:r>
          </a:p>
          <a:p>
            <a:endParaRPr lang="en-US" dirty="0"/>
          </a:p>
          <a:p>
            <a:r>
              <a:rPr lang="en-US" dirty="0"/>
              <a:t>A design pattern identifies the key aspects of a common design structure that can be used to create a reusable object-oriented design </a:t>
            </a:r>
          </a:p>
          <a:p>
            <a:endParaRPr lang="en-US" dirty="0"/>
          </a:p>
          <a:p>
            <a:r>
              <a:rPr lang="en-US" dirty="0"/>
              <a:t>The design pattern identifies the participating classes and instances, their roles and collaborations, and the distribution of responsibilities</a:t>
            </a:r>
          </a:p>
          <a:p>
            <a:endParaRPr lang="en-US" dirty="0"/>
          </a:p>
          <a:p>
            <a:r>
              <a:rPr lang="en-US" dirty="0"/>
              <a:t> Each design pattern focuses on a particular object-oriented design problem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97FF00-9063-F62D-3D05-C8C7180B1164}"/>
                  </a:ext>
                </a:extLst>
              </p14:cNvPr>
              <p14:cNvContentPartPr/>
              <p14:nvPr/>
            </p14:nvContentPartPr>
            <p14:xfrm>
              <a:off x="1351725" y="1703595"/>
              <a:ext cx="5391000" cy="70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97FF00-9063-F62D-3D05-C8C7180B11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8085" y="1595955"/>
                <a:ext cx="54986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5139C7F-AB75-2153-5C9C-CAB0AEF43113}"/>
                  </a:ext>
                </a:extLst>
              </p14:cNvPr>
              <p14:cNvContentPartPr/>
              <p14:nvPr/>
            </p14:nvContentPartPr>
            <p14:xfrm>
              <a:off x="784005" y="2055675"/>
              <a:ext cx="2701080" cy="60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5139C7F-AB75-2153-5C9C-CAB0AEF431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0365" y="1948035"/>
                <a:ext cx="280872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CA4413B-4EF4-B080-D58C-F2EB10EE23F2}"/>
                  </a:ext>
                </a:extLst>
              </p14:cNvPr>
              <p14:cNvContentPartPr/>
              <p14:nvPr/>
            </p14:nvContentPartPr>
            <p14:xfrm>
              <a:off x="4257645" y="2161875"/>
              <a:ext cx="837360" cy="20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CA4413B-4EF4-B080-D58C-F2EB10EE23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03645" y="2053875"/>
                <a:ext cx="9450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EDD1FB8-3AB6-801C-99C5-743725180542}"/>
                  </a:ext>
                </a:extLst>
              </p14:cNvPr>
              <p14:cNvContentPartPr/>
              <p14:nvPr/>
            </p14:nvContentPartPr>
            <p14:xfrm>
              <a:off x="790485" y="2428635"/>
              <a:ext cx="665856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EDD1FB8-3AB6-801C-99C5-74372518054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6485" y="2212635"/>
                <a:ext cx="6766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8DA59E4-2E37-F89A-E8ED-F854F0DC1BB6}"/>
                  </a:ext>
                </a:extLst>
              </p14:cNvPr>
              <p14:cNvContentPartPr/>
              <p14:nvPr/>
            </p14:nvContentPartPr>
            <p14:xfrm>
              <a:off x="1142925" y="3076275"/>
              <a:ext cx="730836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8DA59E4-2E37-F89A-E8ED-F854F0DC1BB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88925" y="2860275"/>
                <a:ext cx="7416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3EF1A47-6DD7-0548-71B2-FBD915BF20F0}"/>
                  </a:ext>
                </a:extLst>
              </p14:cNvPr>
              <p14:cNvContentPartPr/>
              <p14:nvPr/>
            </p14:nvContentPartPr>
            <p14:xfrm>
              <a:off x="762045" y="3390915"/>
              <a:ext cx="105768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3EF1A47-6DD7-0548-71B2-FBD915BF20F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8045" y="3174915"/>
                <a:ext cx="11653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22CD4C3-D10A-F79A-371C-3E6D653DD58B}"/>
                  </a:ext>
                </a:extLst>
              </p14:cNvPr>
              <p14:cNvContentPartPr/>
              <p14:nvPr/>
            </p14:nvContentPartPr>
            <p14:xfrm>
              <a:off x="3095565" y="3428715"/>
              <a:ext cx="554436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22CD4C3-D10A-F79A-371C-3E6D653DD58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41565" y="3212715"/>
                <a:ext cx="5652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8181151-6D83-8714-0B82-C7369FA6805E}"/>
                  </a:ext>
                </a:extLst>
              </p14:cNvPr>
              <p14:cNvContentPartPr/>
              <p14:nvPr/>
            </p14:nvContentPartPr>
            <p14:xfrm>
              <a:off x="410685" y="3685035"/>
              <a:ext cx="1476360" cy="39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8181151-6D83-8714-0B82-C7369FA6805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7045" y="3577395"/>
                <a:ext cx="158400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53AED08-F641-8436-32C6-94633CA2C44D}"/>
                  </a:ext>
                </a:extLst>
              </p14:cNvPr>
              <p14:cNvContentPartPr/>
              <p14:nvPr/>
            </p14:nvContentPartPr>
            <p14:xfrm>
              <a:off x="1371525" y="4476675"/>
              <a:ext cx="594396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53AED08-F641-8436-32C6-94633CA2C44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17525" y="4260675"/>
                <a:ext cx="60516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B0FC685-86AA-380E-1DDF-C3D1C5BD2086}"/>
                  </a:ext>
                </a:extLst>
              </p14:cNvPr>
              <p14:cNvContentPartPr/>
              <p14:nvPr/>
            </p14:nvContentPartPr>
            <p14:xfrm>
              <a:off x="714165" y="4790955"/>
              <a:ext cx="1126080" cy="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B0FC685-86AA-380E-1DDF-C3D1C5BD208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0165" y="4574955"/>
                <a:ext cx="1233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EC74829-FDD8-FA7C-C1A8-6650ACD36F82}"/>
                  </a:ext>
                </a:extLst>
              </p14:cNvPr>
              <p14:cNvContentPartPr/>
              <p14:nvPr/>
            </p14:nvContentPartPr>
            <p14:xfrm>
              <a:off x="838005" y="5791035"/>
              <a:ext cx="5344200" cy="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EC74829-FDD8-FA7C-C1A8-6650ACD36F8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84005" y="5575035"/>
                <a:ext cx="54518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8939EBD-287E-66BF-0F4C-F145C973EF4D}"/>
                  </a:ext>
                </a:extLst>
              </p14:cNvPr>
              <p14:cNvContentPartPr/>
              <p14:nvPr/>
            </p14:nvContentPartPr>
            <p14:xfrm>
              <a:off x="771405" y="6142755"/>
              <a:ext cx="1819440" cy="687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8939EBD-287E-66BF-0F4C-F145C973EF4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17405" y="6034755"/>
                <a:ext cx="192708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F05C628-79E9-D338-72C1-7DA1D47FDEE2}"/>
                  </a:ext>
                </a:extLst>
              </p14:cNvPr>
              <p14:cNvContentPartPr/>
              <p14:nvPr/>
            </p14:nvContentPartPr>
            <p14:xfrm>
              <a:off x="2857605" y="3286155"/>
              <a:ext cx="3229920" cy="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F05C628-79E9-D338-72C1-7DA1D47FDEE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848605" y="3268155"/>
                <a:ext cx="3247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76CD8A5-1D5D-1453-1C98-99A6DF63AFF7}"/>
                  </a:ext>
                </a:extLst>
              </p14:cNvPr>
              <p14:cNvContentPartPr/>
              <p14:nvPr/>
            </p14:nvContentPartPr>
            <p14:xfrm>
              <a:off x="6877005" y="3263115"/>
              <a:ext cx="1224360" cy="61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76CD8A5-1D5D-1453-1C98-99A6DF63AFF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868005" y="3254475"/>
                <a:ext cx="12420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BB439A1-EE5D-3D0A-62F2-81B9F0F8C4F6}"/>
                  </a:ext>
                </a:extLst>
              </p14:cNvPr>
              <p14:cNvContentPartPr/>
              <p14:nvPr/>
            </p14:nvContentPartPr>
            <p14:xfrm>
              <a:off x="949605" y="3495315"/>
              <a:ext cx="1442160" cy="97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BB439A1-EE5D-3D0A-62F2-81B9F0F8C4F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40965" y="3486315"/>
                <a:ext cx="14598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D8147FD-6949-6B16-FAC9-4316ED5D77AD}"/>
                  </a:ext>
                </a:extLst>
              </p14:cNvPr>
              <p14:cNvContentPartPr/>
              <p14:nvPr/>
            </p14:nvContentPartPr>
            <p14:xfrm>
              <a:off x="4343325" y="3590715"/>
              <a:ext cx="1933920" cy="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D8147FD-6949-6B16-FAC9-4316ED5D77A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334325" y="3572715"/>
                <a:ext cx="1951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8FE060D-CF83-09DA-AC26-906081FE78CB}"/>
                  </a:ext>
                </a:extLst>
              </p14:cNvPr>
              <p14:cNvContentPartPr/>
              <p14:nvPr/>
            </p14:nvContentPartPr>
            <p14:xfrm>
              <a:off x="723885" y="3952875"/>
              <a:ext cx="1168920" cy="48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8FE060D-CF83-09DA-AC26-906081FE78C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4885" y="3943875"/>
                <a:ext cx="118656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7B8CA12-C8C2-8858-C26D-8504EFD85618}"/>
                  </a:ext>
                </a:extLst>
              </p14:cNvPr>
              <p14:cNvContentPartPr/>
              <p14:nvPr/>
            </p14:nvContentPartPr>
            <p14:xfrm>
              <a:off x="1028805" y="1285635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7B8CA12-C8C2-8858-C26D-8504EFD8561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19805" y="12766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8006746-E782-F569-A732-D970C365C7F2}"/>
                  </a:ext>
                </a:extLst>
              </p14:cNvPr>
              <p14:cNvContentPartPr/>
              <p14:nvPr/>
            </p14:nvContentPartPr>
            <p14:xfrm>
              <a:off x="5200485" y="1875675"/>
              <a:ext cx="1075680" cy="40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8006746-E782-F569-A732-D970C365C7F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191485" y="1866675"/>
                <a:ext cx="109332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93C8726-8830-6C71-A7C2-78706AF70F49}"/>
                  </a:ext>
                </a:extLst>
              </p14:cNvPr>
              <p14:cNvContentPartPr/>
              <p14:nvPr/>
            </p14:nvContentPartPr>
            <p14:xfrm>
              <a:off x="819285" y="2257275"/>
              <a:ext cx="2620080" cy="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93C8726-8830-6C71-A7C2-78706AF70F4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10285" y="2239275"/>
                <a:ext cx="2637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392D48B-D5D3-3917-89F5-89044F28CB9D}"/>
                  </a:ext>
                </a:extLst>
              </p14:cNvPr>
              <p14:cNvContentPartPr/>
              <p14:nvPr/>
            </p14:nvContentPartPr>
            <p14:xfrm>
              <a:off x="4257645" y="2219115"/>
              <a:ext cx="807840" cy="57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392D48B-D5D3-3917-89F5-89044F28CB9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248645" y="2210115"/>
                <a:ext cx="8254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893BB47-14F0-1641-5441-D4E3B759516E}"/>
                  </a:ext>
                </a:extLst>
              </p14:cNvPr>
              <p14:cNvContentPartPr/>
              <p14:nvPr/>
            </p14:nvContentPartPr>
            <p14:xfrm>
              <a:off x="742965" y="2581275"/>
              <a:ext cx="3895920" cy="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893BB47-14F0-1641-5441-D4E3B759516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33965" y="2563275"/>
                <a:ext cx="3913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CE95C9C-6951-DDAD-FF83-578F980C13D8}"/>
                  </a:ext>
                </a:extLst>
              </p14:cNvPr>
              <p14:cNvContentPartPr/>
              <p14:nvPr/>
            </p14:nvContentPartPr>
            <p14:xfrm>
              <a:off x="2142960" y="4752795"/>
              <a:ext cx="1029240" cy="385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CE95C9C-6951-DDAD-FF83-578F980C13D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088960" y="4644795"/>
                <a:ext cx="11368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8ECA772-F6E5-5762-459A-7D727ED50F7C}"/>
                  </a:ext>
                </a:extLst>
              </p14:cNvPr>
              <p14:cNvContentPartPr/>
              <p14:nvPr/>
            </p14:nvContentPartPr>
            <p14:xfrm>
              <a:off x="3990840" y="4800315"/>
              <a:ext cx="1562760" cy="7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8ECA772-F6E5-5762-459A-7D727ED50F7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936840" y="4584315"/>
                <a:ext cx="16704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483583B-0D46-894D-D785-C19BFA0A94EB}"/>
                  </a:ext>
                </a:extLst>
              </p14:cNvPr>
              <p14:cNvContentPartPr/>
              <p14:nvPr/>
            </p14:nvContentPartPr>
            <p14:xfrm>
              <a:off x="819240" y="5943315"/>
              <a:ext cx="2438640" cy="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483583B-0D46-894D-D785-C19BFA0A94E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10240" y="5925315"/>
                <a:ext cx="2456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2469A91-5E37-C353-C3BC-92C2198BAAA8}"/>
                  </a:ext>
                </a:extLst>
              </p14:cNvPr>
              <p14:cNvContentPartPr/>
              <p14:nvPr/>
            </p14:nvContentPartPr>
            <p14:xfrm>
              <a:off x="3323040" y="5569995"/>
              <a:ext cx="1012680" cy="4510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2469A91-5E37-C353-C3BC-92C2198BAAA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314040" y="5561355"/>
                <a:ext cx="103032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108EFC2-71CE-9DAC-1408-96F4B3E02397}"/>
                  </a:ext>
                </a:extLst>
              </p14:cNvPr>
              <p14:cNvContentPartPr/>
              <p14:nvPr/>
            </p14:nvContentPartPr>
            <p14:xfrm>
              <a:off x="5019720" y="5905155"/>
              <a:ext cx="1058760" cy="777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108EFC2-71CE-9DAC-1408-96F4B3E0239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010720" y="5896155"/>
                <a:ext cx="10764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0FD107-3E2C-679B-BD44-3FDCAFBC172C}"/>
                  </a:ext>
                </a:extLst>
              </p14:cNvPr>
              <p14:cNvContentPartPr/>
              <p14:nvPr/>
            </p14:nvContentPartPr>
            <p14:xfrm>
              <a:off x="353040" y="6238155"/>
              <a:ext cx="2247840" cy="1440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0FD107-3E2C-679B-BD44-3FDCAFBC172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44040" y="6229515"/>
                <a:ext cx="2265480" cy="16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57379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Design Patterns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Design patterns enable large-scale reuse of software architectures and also help document systems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Design patterns explicitly capture expert knowledge and design tradeoffs and make it more widely available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Design patterns help improve developer communication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7B7094-C31A-2E89-CC37-56BE31F677CA}"/>
                  </a:ext>
                </a:extLst>
              </p14:cNvPr>
              <p14:cNvContentPartPr/>
              <p14:nvPr/>
            </p14:nvContentPartPr>
            <p14:xfrm>
              <a:off x="647565" y="952275"/>
              <a:ext cx="573624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7B7094-C31A-2E89-CC37-56BE31F677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3565" y="736275"/>
                <a:ext cx="5843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7A3E246-B548-2FE2-171A-CD7E2B06D739}"/>
                  </a:ext>
                </a:extLst>
              </p14:cNvPr>
              <p14:cNvContentPartPr/>
              <p14:nvPr/>
            </p14:nvContentPartPr>
            <p14:xfrm>
              <a:off x="3143085" y="1809435"/>
              <a:ext cx="46296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7A3E246-B548-2FE2-171A-CD7E2B06D73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89085" y="1593435"/>
                <a:ext cx="47372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21FCEAE-64E1-E006-01B8-D86ABE91E03D}"/>
                  </a:ext>
                </a:extLst>
              </p14:cNvPr>
              <p14:cNvContentPartPr/>
              <p14:nvPr/>
            </p14:nvContentPartPr>
            <p14:xfrm>
              <a:off x="790485" y="2125515"/>
              <a:ext cx="1572480" cy="65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21FCEAE-64E1-E006-01B8-D86ABE91E03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6485" y="2017875"/>
                <a:ext cx="168012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7C0EC61-6499-3E51-30CC-84C920D890EB}"/>
                  </a:ext>
                </a:extLst>
              </p14:cNvPr>
              <p14:cNvContentPartPr/>
              <p14:nvPr/>
            </p14:nvContentPartPr>
            <p14:xfrm>
              <a:off x="3867045" y="2143155"/>
              <a:ext cx="301032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7C0EC61-6499-3E51-30CC-84C920D890E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13045" y="1927155"/>
                <a:ext cx="31179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5B03AC1-04FE-26BE-18B2-06E0AE692641}"/>
                  </a:ext>
                </a:extLst>
              </p14:cNvPr>
              <p14:cNvContentPartPr/>
              <p14:nvPr/>
            </p14:nvContentPartPr>
            <p14:xfrm>
              <a:off x="3009885" y="3000315"/>
              <a:ext cx="451584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5B03AC1-04FE-26BE-18B2-06E0AE69264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55885" y="2784315"/>
                <a:ext cx="46234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CB67572-78D0-370D-564E-4A2767F7FB08}"/>
                  </a:ext>
                </a:extLst>
              </p14:cNvPr>
              <p14:cNvContentPartPr/>
              <p14:nvPr/>
            </p14:nvContentPartPr>
            <p14:xfrm>
              <a:off x="600045" y="3200115"/>
              <a:ext cx="2257920" cy="124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CB67572-78D0-370D-564E-4A2767F7FB0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6045" y="3092115"/>
                <a:ext cx="236556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66FC303-4418-02DC-967B-664EA8CC9002}"/>
                  </a:ext>
                </a:extLst>
              </p14:cNvPr>
              <p14:cNvContentPartPr/>
              <p14:nvPr/>
            </p14:nvContentPartPr>
            <p14:xfrm>
              <a:off x="2866965" y="3200115"/>
              <a:ext cx="10080" cy="45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66FC303-4418-02DC-967B-664EA8CC900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12965" y="3092115"/>
                <a:ext cx="11772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8696494-075D-8471-ECC7-1DDDA6565874}"/>
                  </a:ext>
                </a:extLst>
              </p14:cNvPr>
              <p14:cNvContentPartPr/>
              <p14:nvPr/>
            </p14:nvContentPartPr>
            <p14:xfrm>
              <a:off x="3590925" y="3295515"/>
              <a:ext cx="3860640" cy="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8696494-075D-8471-ECC7-1DDDA656587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6925" y="3079515"/>
                <a:ext cx="39682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6C20CD8-608D-9777-CBF7-A613CF737F92}"/>
                  </a:ext>
                </a:extLst>
              </p14:cNvPr>
              <p14:cNvContentPartPr/>
              <p14:nvPr/>
            </p14:nvContentPartPr>
            <p14:xfrm>
              <a:off x="2952645" y="4086075"/>
              <a:ext cx="5268240" cy="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6C20CD8-608D-9777-CBF7-A613CF737F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98645" y="3870075"/>
                <a:ext cx="5375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1C33509-5625-F135-C381-30631E8AF2A4}"/>
                  </a:ext>
                </a:extLst>
              </p14:cNvPr>
              <p14:cNvContentPartPr/>
              <p14:nvPr/>
            </p14:nvContentPartPr>
            <p14:xfrm>
              <a:off x="2952600" y="1923915"/>
              <a:ext cx="3354120" cy="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1C33509-5625-F135-C381-30631E8AF2A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943600" y="1905915"/>
                <a:ext cx="337176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0502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 Elements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patterns have 4 essential elements:</a:t>
            </a:r>
          </a:p>
          <a:p>
            <a:pPr marL="468630" indent="-285750"/>
            <a:r>
              <a:rPr lang="en-US" dirty="0"/>
              <a:t>Pattern name</a:t>
            </a:r>
          </a:p>
          <a:p>
            <a:pPr marL="742950" lvl="1" indent="-285750"/>
            <a:r>
              <a:rPr lang="en-US" dirty="0"/>
              <a:t>Describes a design problem and its solutions</a:t>
            </a:r>
          </a:p>
          <a:p>
            <a:pPr marL="742950" lvl="1" indent="-285750"/>
            <a:r>
              <a:rPr lang="en-US" dirty="0"/>
              <a:t>Increases vocabulary of designers</a:t>
            </a:r>
          </a:p>
          <a:p>
            <a:pPr marL="468630" indent="-285750"/>
            <a:r>
              <a:rPr lang="en-US" dirty="0"/>
              <a:t>Problem</a:t>
            </a:r>
          </a:p>
          <a:p>
            <a:pPr marL="742950" lvl="1" indent="-285750"/>
            <a:r>
              <a:rPr lang="en-US" dirty="0"/>
              <a:t>Describes when to use the pattern </a:t>
            </a:r>
          </a:p>
          <a:p>
            <a:pPr marL="468630" indent="-285750"/>
            <a:r>
              <a:rPr lang="en-US" dirty="0"/>
              <a:t>Solution</a:t>
            </a:r>
          </a:p>
          <a:p>
            <a:pPr marL="742950" lvl="1" indent="-285750"/>
            <a:r>
              <a:rPr lang="en-US" dirty="0"/>
              <a:t>Describes the elements that make up the design, their relationships, responsibilities and collaboration</a:t>
            </a:r>
          </a:p>
          <a:p>
            <a:pPr marL="742950" lvl="1" indent="-285750"/>
            <a:r>
              <a:rPr lang="en-US" dirty="0"/>
              <a:t> UML-like structure, abstract code</a:t>
            </a:r>
          </a:p>
          <a:p>
            <a:pPr marL="468630" indent="-285750"/>
            <a:r>
              <a:rPr lang="en-US" dirty="0"/>
              <a:t>Consequences</a:t>
            </a:r>
          </a:p>
          <a:p>
            <a:pPr marL="742950" lvl="1" indent="-285750"/>
            <a:r>
              <a:rPr lang="en-US" dirty="0"/>
              <a:t>The results </a:t>
            </a:r>
            <a:r>
              <a:rPr lang="en-US" dirty="0">
                <a:solidFill>
                  <a:schemeClr val="tx1"/>
                </a:solidFill>
              </a:rPr>
              <a:t>and tradeoffs of applying them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328511-99B4-886B-8D09-88465B3F2CE4}"/>
                  </a:ext>
                </a:extLst>
              </p14:cNvPr>
              <p14:cNvContentPartPr/>
              <p14:nvPr/>
            </p14:nvContentPartPr>
            <p14:xfrm>
              <a:off x="561885" y="1009515"/>
              <a:ext cx="5020200" cy="181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328511-99B4-886B-8D09-88465B3F2C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885" y="901515"/>
                <a:ext cx="512784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A9AE88E-D5A3-BA2D-5A71-DC82F862B576}"/>
                  </a:ext>
                </a:extLst>
              </p14:cNvPr>
              <p14:cNvContentPartPr/>
              <p14:nvPr/>
            </p14:nvContentPartPr>
            <p14:xfrm>
              <a:off x="990645" y="2266275"/>
              <a:ext cx="1780560" cy="58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A9AE88E-D5A3-BA2D-5A71-DC82F862B5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6645" y="2158635"/>
                <a:ext cx="188820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B679FAF-F2CE-9419-3ABC-4E533C8011F2}"/>
                  </a:ext>
                </a:extLst>
              </p14:cNvPr>
              <p14:cNvContentPartPr/>
              <p14:nvPr/>
            </p14:nvContentPartPr>
            <p14:xfrm>
              <a:off x="952485" y="3314235"/>
              <a:ext cx="1113480" cy="87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B679FAF-F2CE-9419-3ABC-4E533C8011F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8485" y="3206595"/>
                <a:ext cx="12211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E45D3FB-AF60-412E-5346-9715FDD26DB4}"/>
                  </a:ext>
                </a:extLst>
              </p14:cNvPr>
              <p14:cNvContentPartPr/>
              <p14:nvPr/>
            </p14:nvContentPartPr>
            <p14:xfrm>
              <a:off x="1085685" y="4190835"/>
              <a:ext cx="961920" cy="48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E45D3FB-AF60-412E-5346-9715FDD26DB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1685" y="4082835"/>
                <a:ext cx="10695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44FC724-9B10-0886-F174-8C8CEF8C816F}"/>
                  </a:ext>
                </a:extLst>
              </p14:cNvPr>
              <p14:cNvContentPartPr/>
              <p14:nvPr/>
            </p14:nvContentPartPr>
            <p14:xfrm>
              <a:off x="1085685" y="5742435"/>
              <a:ext cx="1895400" cy="10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44FC724-9B10-0886-F174-8C8CEF8C816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31685" y="5634795"/>
                <a:ext cx="200304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87DCCD1-E0B1-02C6-0BE0-4D1F92470A3F}"/>
                  </a:ext>
                </a:extLst>
              </p14:cNvPr>
              <p14:cNvContentPartPr/>
              <p14:nvPr/>
            </p14:nvContentPartPr>
            <p14:xfrm>
              <a:off x="1276485" y="2666955"/>
              <a:ext cx="314388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87DCCD1-E0B1-02C6-0BE0-4D1F92470A3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22485" y="2450955"/>
                <a:ext cx="32515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5DCCE1D-5551-E19E-B9BC-F12E8DC590ED}"/>
                  </a:ext>
                </a:extLst>
              </p14:cNvPr>
              <p14:cNvContentPartPr/>
              <p14:nvPr/>
            </p14:nvContentPartPr>
            <p14:xfrm>
              <a:off x="5067285" y="2677035"/>
              <a:ext cx="1268640" cy="47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5DCCE1D-5551-E19E-B9BC-F12E8DC590E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13285" y="2569035"/>
                <a:ext cx="137628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EAAAA07-0423-9E9E-92E3-B143D32289B8}"/>
                  </a:ext>
                </a:extLst>
              </p14:cNvPr>
              <p14:cNvContentPartPr/>
              <p14:nvPr/>
            </p14:nvContentPartPr>
            <p14:xfrm>
              <a:off x="1257405" y="3076275"/>
              <a:ext cx="381024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EAAAA07-0423-9E9E-92E3-B143D32289B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03405" y="2860275"/>
                <a:ext cx="3917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894BD54-9345-AACB-0E3A-4D09F780D6CE}"/>
                  </a:ext>
                </a:extLst>
              </p14:cNvPr>
              <p14:cNvContentPartPr/>
              <p14:nvPr/>
            </p14:nvContentPartPr>
            <p14:xfrm>
              <a:off x="1324005" y="3857475"/>
              <a:ext cx="377316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894BD54-9345-AACB-0E3A-4D09F780D6C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70005" y="3641475"/>
                <a:ext cx="38808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273C420-D0ED-CA17-4A5A-2889DDCF1ED2}"/>
                  </a:ext>
                </a:extLst>
              </p14:cNvPr>
              <p14:cNvContentPartPr/>
              <p14:nvPr/>
            </p14:nvContentPartPr>
            <p14:xfrm>
              <a:off x="1304925" y="4619595"/>
              <a:ext cx="532476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273C420-D0ED-CA17-4A5A-2889DDCF1ED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50925" y="4403595"/>
                <a:ext cx="54324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A9A2A6C-DAB1-8DF4-AAB4-933EAB03FDAA}"/>
                  </a:ext>
                </a:extLst>
              </p14:cNvPr>
              <p14:cNvContentPartPr/>
              <p14:nvPr/>
            </p14:nvContentPartPr>
            <p14:xfrm>
              <a:off x="1438125" y="4952955"/>
              <a:ext cx="1104480" cy="11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A9A2A6C-DAB1-8DF4-AAB4-933EAB03FDA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84125" y="4844955"/>
                <a:ext cx="12121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FB9FECF-09B7-A18F-6B97-6961EF5BF8A2}"/>
                  </a:ext>
                </a:extLst>
              </p14:cNvPr>
              <p14:cNvContentPartPr/>
              <p14:nvPr/>
            </p14:nvContentPartPr>
            <p14:xfrm>
              <a:off x="2914485" y="4868715"/>
              <a:ext cx="1524960" cy="65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FB9FECF-09B7-A18F-6B97-6961EF5BF8A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60485" y="4761075"/>
                <a:ext cx="163260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4494E47-9441-5334-4F93-874F452769CE}"/>
                  </a:ext>
                </a:extLst>
              </p14:cNvPr>
              <p14:cNvContentPartPr/>
              <p14:nvPr/>
            </p14:nvContentPartPr>
            <p14:xfrm>
              <a:off x="5114805" y="4924155"/>
              <a:ext cx="1281240" cy="49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4494E47-9441-5334-4F93-874F452769C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060805" y="4816155"/>
                <a:ext cx="13888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1F02EA0-1E87-B71B-48EA-6E1EF5049A76}"/>
                  </a:ext>
                </a:extLst>
              </p14:cNvPr>
              <p14:cNvContentPartPr/>
              <p14:nvPr/>
            </p14:nvContentPartPr>
            <p14:xfrm>
              <a:off x="1447845" y="5302155"/>
              <a:ext cx="1920240" cy="61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1F02EA0-1E87-B71B-48EA-6E1EF5049A7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93845" y="5194515"/>
                <a:ext cx="202788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CDDBE56-3C69-094B-4551-8A3C6D0E9C24}"/>
                  </a:ext>
                </a:extLst>
              </p14:cNvPr>
              <p14:cNvContentPartPr/>
              <p14:nvPr/>
            </p14:nvContentPartPr>
            <p14:xfrm>
              <a:off x="3590925" y="5314395"/>
              <a:ext cx="1361160" cy="39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CDDBE56-3C69-094B-4551-8A3C6D0E9C2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36925" y="5206395"/>
                <a:ext cx="14688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DC34B5D-24CD-675A-23A4-DF7237C29557}"/>
                  </a:ext>
                </a:extLst>
              </p14:cNvPr>
              <p14:cNvContentPartPr/>
              <p14:nvPr/>
            </p14:nvContentPartPr>
            <p14:xfrm>
              <a:off x="1800285" y="6095955"/>
              <a:ext cx="752760" cy="95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DC34B5D-24CD-675A-23A4-DF7237C2955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46285" y="5987955"/>
                <a:ext cx="8604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7C04030-2406-2C89-6552-EB50F95F68FA}"/>
                  </a:ext>
                </a:extLst>
              </p14:cNvPr>
              <p14:cNvContentPartPr/>
              <p14:nvPr/>
            </p14:nvContentPartPr>
            <p14:xfrm>
              <a:off x="3143085" y="6134115"/>
              <a:ext cx="599400" cy="19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7C04030-2406-2C89-6552-EB50F95F68F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89085" y="6026115"/>
                <a:ext cx="7070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33C3D88-DC0B-95EA-BAD8-105B31BE7EC4}"/>
                  </a:ext>
                </a:extLst>
              </p14:cNvPr>
              <p14:cNvContentPartPr/>
              <p14:nvPr/>
            </p14:nvContentPartPr>
            <p14:xfrm>
              <a:off x="4267005" y="6095595"/>
              <a:ext cx="1535040" cy="69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33C3D88-DC0B-95EA-BAD8-105B31BE7EC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13005" y="5987955"/>
                <a:ext cx="164268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348CE05-A6A9-8E47-34DC-5F5E94DE0AE7}"/>
                  </a:ext>
                </a:extLst>
              </p14:cNvPr>
              <p14:cNvContentPartPr/>
              <p14:nvPr/>
            </p14:nvContentPartPr>
            <p14:xfrm>
              <a:off x="2533605" y="3971955"/>
              <a:ext cx="258156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348CE05-A6A9-8E47-34DC-5F5E94DE0AE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524605" y="3953955"/>
                <a:ext cx="2599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2EE6282-A214-0F2E-2035-3C54D57F4008}"/>
                  </a:ext>
                </a:extLst>
              </p14:cNvPr>
              <p14:cNvContentPartPr/>
              <p14:nvPr/>
            </p14:nvContentPartPr>
            <p14:xfrm>
              <a:off x="3981525" y="4724355"/>
              <a:ext cx="278244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2EE6282-A214-0F2E-2035-3C54D57F400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972525" y="4706355"/>
                <a:ext cx="28000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D26BF89-4E7B-DC6D-4C9C-A61E97BCD9EF}"/>
                  </a:ext>
                </a:extLst>
              </p14:cNvPr>
              <p14:cNvContentPartPr/>
              <p14:nvPr/>
            </p14:nvContentPartPr>
            <p14:xfrm>
              <a:off x="1409685" y="5105235"/>
              <a:ext cx="1105560" cy="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D26BF89-4E7B-DC6D-4C9C-A61E97BCD9E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400685" y="5087235"/>
                <a:ext cx="1123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DEEE763-9132-8AD8-EBAB-04C4DD7292C7}"/>
                  </a:ext>
                </a:extLst>
              </p14:cNvPr>
              <p14:cNvContentPartPr/>
              <p14:nvPr/>
            </p14:nvContentPartPr>
            <p14:xfrm>
              <a:off x="3048045" y="5086155"/>
              <a:ext cx="1362600" cy="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DEEE763-9132-8AD8-EBAB-04C4DD7292C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039045" y="5068155"/>
                <a:ext cx="1380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7F9F727-D1D6-EFD4-E28F-C7D047B688C1}"/>
                  </a:ext>
                </a:extLst>
              </p14:cNvPr>
              <p14:cNvContentPartPr/>
              <p14:nvPr/>
            </p14:nvContentPartPr>
            <p14:xfrm>
              <a:off x="5086365" y="5076795"/>
              <a:ext cx="1391760" cy="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7F9F727-D1D6-EFD4-E28F-C7D047B688C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77365" y="5058795"/>
                <a:ext cx="1409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1F8BAAA-312A-05CE-5376-F947E7D815AC}"/>
                  </a:ext>
                </a:extLst>
              </p14:cNvPr>
              <p14:cNvContentPartPr/>
              <p14:nvPr/>
            </p14:nvContentPartPr>
            <p14:xfrm>
              <a:off x="1324005" y="5486115"/>
              <a:ext cx="2048400" cy="7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1F8BAAA-312A-05CE-5376-F947E7D815A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15005" y="5468115"/>
                <a:ext cx="2066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280BB1B-AE4A-D107-6393-288FC2B12280}"/>
                  </a:ext>
                </a:extLst>
              </p14:cNvPr>
              <p14:cNvContentPartPr/>
              <p14:nvPr/>
            </p14:nvContentPartPr>
            <p14:xfrm>
              <a:off x="3619365" y="5476395"/>
              <a:ext cx="1227960" cy="205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280BB1B-AE4A-D107-6393-288FC2B1228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610365" y="5467755"/>
                <a:ext cx="124560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9CB0809E-D23D-07FC-0938-99F5F5BB8604}"/>
              </a:ext>
            </a:extLst>
          </p:cNvPr>
          <p:cNvGrpSpPr/>
          <p:nvPr/>
        </p:nvGrpSpPr>
        <p:grpSpPr>
          <a:xfrm>
            <a:off x="1838445" y="6266595"/>
            <a:ext cx="2075400" cy="86760"/>
            <a:chOff x="1838445" y="6266595"/>
            <a:chExt cx="2075400" cy="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A9FD650-8C3C-BDD1-16DC-BC63A8CA3D03}"/>
                    </a:ext>
                  </a:extLst>
                </p14:cNvPr>
                <p14:cNvContentPartPr/>
                <p14:nvPr/>
              </p14:nvContentPartPr>
              <p14:xfrm>
                <a:off x="1838445" y="6305115"/>
                <a:ext cx="579960" cy="29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9FD650-8C3C-BDD1-16DC-BC63A8CA3D0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29445" y="6296115"/>
                  <a:ext cx="597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E495358-58E7-44BB-D1A4-89B36754FA8C}"/>
                    </a:ext>
                  </a:extLst>
                </p14:cNvPr>
                <p14:cNvContentPartPr/>
                <p14:nvPr/>
              </p14:nvContentPartPr>
              <p14:xfrm>
                <a:off x="3143085" y="6266595"/>
                <a:ext cx="770760" cy="86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E495358-58E7-44BB-D1A4-89B36754FA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34085" y="6257595"/>
                  <a:ext cx="788400" cy="10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20282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Model View Controller (MVC)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MVC is </a:t>
            </a:r>
            <a:r>
              <a:rPr lang="en-US" dirty="0">
                <a:solidFill>
                  <a:srgbClr val="292934"/>
                </a:solidFill>
              </a:rPr>
              <a:t>a design pattern </a:t>
            </a:r>
            <a:r>
              <a:rPr lang="en-US" dirty="0"/>
              <a:t>used in software engineering to separates the application logic (model) from business logic (view)</a:t>
            </a:r>
          </a:p>
          <a:p>
            <a:endParaRPr lang="en-US" dirty="0"/>
          </a:p>
          <a:p>
            <a:r>
              <a:rPr lang="en-US" dirty="0"/>
              <a:t> MVC consists of </a:t>
            </a:r>
          </a:p>
          <a:p>
            <a:pPr lvl="1"/>
            <a:r>
              <a:rPr lang="en-US" dirty="0"/>
              <a:t>The model, which is the application object</a:t>
            </a:r>
          </a:p>
          <a:p>
            <a:pPr lvl="1"/>
            <a:r>
              <a:rPr lang="en-US" dirty="0"/>
              <a:t>The view, which is the screen representation</a:t>
            </a:r>
          </a:p>
          <a:p>
            <a:pPr lvl="1"/>
            <a:r>
              <a:rPr lang="en-US" dirty="0"/>
              <a:t>Controller, which defines the way user interface acts to the user input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2EB5C3-E434-B9D8-8779-DBB078D1630E}"/>
                  </a:ext>
                </a:extLst>
              </p14:cNvPr>
              <p14:cNvContentPartPr/>
              <p14:nvPr/>
            </p14:nvContentPartPr>
            <p14:xfrm>
              <a:off x="580965" y="924195"/>
              <a:ext cx="4325760" cy="237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2EB5C3-E434-B9D8-8779-DBB078D163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965" y="816555"/>
                <a:ext cx="443340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FBAB82-4158-9665-9AC1-7567842AB6F2}"/>
                  </a:ext>
                </a:extLst>
              </p14:cNvPr>
              <p14:cNvContentPartPr/>
              <p14:nvPr/>
            </p14:nvContentPartPr>
            <p14:xfrm>
              <a:off x="2123925" y="1847595"/>
              <a:ext cx="581076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FBAB82-4158-9665-9AC1-7567842AB6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69925" y="1631595"/>
                <a:ext cx="59184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1C18DD7-6D42-DFAD-6956-8F1C68FC3995}"/>
                  </a:ext>
                </a:extLst>
              </p14:cNvPr>
              <p14:cNvContentPartPr/>
              <p14:nvPr/>
            </p14:nvContentPartPr>
            <p14:xfrm>
              <a:off x="819285" y="2228835"/>
              <a:ext cx="401040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1C18DD7-6D42-DFAD-6956-8F1C68FC39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5285" y="2012835"/>
                <a:ext cx="41180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AB309E7-4B15-4D11-16AC-4D77B7B99E33}"/>
                  </a:ext>
                </a:extLst>
              </p14:cNvPr>
              <p14:cNvContentPartPr/>
              <p14:nvPr/>
            </p14:nvContentPartPr>
            <p14:xfrm>
              <a:off x="6219645" y="2246835"/>
              <a:ext cx="1895040" cy="20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AB309E7-4B15-4D11-16AC-4D77B7B99E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65645" y="2139195"/>
                <a:ext cx="200268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915A5FD-3BC0-0968-065C-A0D966CD7D55}"/>
                  </a:ext>
                </a:extLst>
              </p14:cNvPr>
              <p14:cNvContentPartPr/>
              <p14:nvPr/>
            </p14:nvContentPartPr>
            <p14:xfrm>
              <a:off x="762045" y="2544555"/>
              <a:ext cx="419760" cy="103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915A5FD-3BC0-0968-065C-A0D966CD7D5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8045" y="2436555"/>
                <a:ext cx="52740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7F1B0F4-8119-498A-4390-F65D8C52BC55}"/>
                  </a:ext>
                </a:extLst>
              </p14:cNvPr>
              <p14:cNvContentPartPr/>
              <p14:nvPr/>
            </p14:nvContentPartPr>
            <p14:xfrm>
              <a:off x="1114485" y="3779715"/>
              <a:ext cx="999360" cy="87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7F1B0F4-8119-498A-4390-F65D8C52BC5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0485" y="3672075"/>
                <a:ext cx="110700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9C76595-5AF0-0D30-856D-113510A3491F}"/>
                  </a:ext>
                </a:extLst>
              </p14:cNvPr>
              <p14:cNvContentPartPr/>
              <p14:nvPr/>
            </p14:nvContentPartPr>
            <p14:xfrm>
              <a:off x="1104765" y="4154475"/>
              <a:ext cx="820440" cy="93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9C76595-5AF0-0D30-856D-113510A3491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50765" y="4046835"/>
                <a:ext cx="92808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672CE50-4B24-C9EB-85DF-5CDDE43D0CBF}"/>
                  </a:ext>
                </a:extLst>
              </p14:cNvPr>
              <p14:cNvContentPartPr/>
              <p14:nvPr/>
            </p14:nvContentPartPr>
            <p14:xfrm>
              <a:off x="1114485" y="4476675"/>
              <a:ext cx="933840" cy="66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672CE50-4B24-C9EB-85DF-5CDDE43D0CB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60485" y="4368675"/>
                <a:ext cx="104148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7AF6C9E-81A7-4E0B-FC0E-1ECE54E4A0BE}"/>
                  </a:ext>
                </a:extLst>
              </p14:cNvPr>
              <p14:cNvContentPartPr/>
              <p14:nvPr/>
            </p14:nvContentPartPr>
            <p14:xfrm>
              <a:off x="3390765" y="3818235"/>
              <a:ext cx="2266200" cy="60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7AF6C9E-81A7-4E0B-FC0E-1ECE54E4A0B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36765" y="3710595"/>
                <a:ext cx="23738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508E1BA-565D-240B-23AE-5A12D0BE7EBF}"/>
                  </a:ext>
                </a:extLst>
              </p14:cNvPr>
              <p14:cNvContentPartPr/>
              <p14:nvPr/>
            </p14:nvContentPartPr>
            <p14:xfrm>
              <a:off x="3200325" y="4143315"/>
              <a:ext cx="2694960" cy="48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508E1BA-565D-240B-23AE-5A12D0BE7EB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46325" y="4035315"/>
                <a:ext cx="28026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1BD36FD-82AD-33F1-AC7F-08C76F8E102E}"/>
                  </a:ext>
                </a:extLst>
              </p14:cNvPr>
              <p14:cNvContentPartPr/>
              <p14:nvPr/>
            </p14:nvContentPartPr>
            <p14:xfrm>
              <a:off x="3038325" y="4609875"/>
              <a:ext cx="480132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1BD36FD-82AD-33F1-AC7F-08C76F8E102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84325" y="4393875"/>
                <a:ext cx="49089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18AF3D2-DB29-B33C-6018-D7F4C76BDA88}"/>
                  </a:ext>
                </a:extLst>
              </p14:cNvPr>
              <p14:cNvContentPartPr/>
              <p14:nvPr/>
            </p14:nvContentPartPr>
            <p14:xfrm>
              <a:off x="1057245" y="4829115"/>
              <a:ext cx="545400" cy="57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18AF3D2-DB29-B33C-6018-D7F4C76BDA8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03245" y="4721475"/>
                <a:ext cx="65304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A1F19B8-26B8-A8B0-DE3D-466AFA9A9CC0}"/>
                  </a:ext>
                </a:extLst>
              </p14:cNvPr>
              <p14:cNvContentPartPr/>
              <p14:nvPr/>
            </p14:nvContentPartPr>
            <p14:xfrm>
              <a:off x="685725" y="2381115"/>
              <a:ext cx="3839400" cy="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A1F19B8-26B8-A8B0-DE3D-466AFA9A9CC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6725" y="2363115"/>
                <a:ext cx="3857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3903278-619C-12A3-C6EA-33EED75E3B3D}"/>
                  </a:ext>
                </a:extLst>
              </p14:cNvPr>
              <p14:cNvContentPartPr/>
              <p14:nvPr/>
            </p14:nvContentPartPr>
            <p14:xfrm>
              <a:off x="6743805" y="2287155"/>
              <a:ext cx="732600" cy="84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3903278-619C-12A3-C6EA-33EED75E3B3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734805" y="2278515"/>
                <a:ext cx="7502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F651AD8-0737-6140-CE4E-14D211A5B943}"/>
                  </a:ext>
                </a:extLst>
              </p14:cNvPr>
              <p14:cNvContentPartPr/>
              <p14:nvPr/>
            </p14:nvContentPartPr>
            <p14:xfrm>
              <a:off x="600045" y="2771355"/>
              <a:ext cx="791280" cy="96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F651AD8-0737-6140-CE4E-14D211A5B94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1045" y="2762355"/>
                <a:ext cx="80892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B3FB044-24B0-074C-1146-82D32DEE5893}"/>
                  </a:ext>
                </a:extLst>
              </p14:cNvPr>
              <p14:cNvContentPartPr/>
              <p14:nvPr/>
            </p14:nvContentPartPr>
            <p14:xfrm>
              <a:off x="3819525" y="3990675"/>
              <a:ext cx="1943280" cy="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B3FB044-24B0-074C-1146-82D32DEE589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10525" y="3972675"/>
                <a:ext cx="19609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593D253-2EA6-DE0F-ADCA-7F4070330650}"/>
                  </a:ext>
                </a:extLst>
              </p14:cNvPr>
              <p14:cNvContentPartPr/>
              <p14:nvPr/>
            </p14:nvContentPartPr>
            <p14:xfrm>
              <a:off x="3600285" y="4333755"/>
              <a:ext cx="2374560" cy="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593D253-2EA6-DE0F-ADCA-7F407033065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591285" y="4315755"/>
                <a:ext cx="2392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5109430-B46D-10E5-093F-6A5CC5563DF0}"/>
                  </a:ext>
                </a:extLst>
              </p14:cNvPr>
              <p14:cNvContentPartPr/>
              <p14:nvPr/>
            </p14:nvContentPartPr>
            <p14:xfrm>
              <a:off x="4962525" y="4714635"/>
              <a:ext cx="1219680" cy="29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5109430-B46D-10E5-093F-6A5CC5563DF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53525" y="4705635"/>
                <a:ext cx="12373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5206A26-4E4C-0A1C-A355-A2DC27BD5028}"/>
                  </a:ext>
                </a:extLst>
              </p14:cNvPr>
              <p14:cNvContentPartPr/>
              <p14:nvPr/>
            </p14:nvContentPartPr>
            <p14:xfrm>
              <a:off x="6969885" y="4640115"/>
              <a:ext cx="1119240" cy="752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5206A26-4E4C-0A1C-A355-A2DC27BD502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60885" y="4631475"/>
                <a:ext cx="11368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BDCB5C3-6584-40A8-1C7F-D45FB97DD7A3}"/>
                  </a:ext>
                </a:extLst>
              </p14:cNvPr>
              <p14:cNvContentPartPr/>
              <p14:nvPr/>
            </p14:nvContentPartPr>
            <p14:xfrm>
              <a:off x="1165245" y="4942155"/>
              <a:ext cx="500040" cy="1350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BDCB5C3-6584-40A8-1C7F-D45FB97DD7A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56605" y="4933155"/>
                <a:ext cx="517680" cy="15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593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MVC</a:t>
            </a:r>
            <a:endParaRPr lang="en-US" dirty="0"/>
          </a:p>
        </p:txBody>
      </p:sp>
      <p:pic>
        <p:nvPicPr>
          <p:cNvPr id="6656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62000" y="1600200"/>
            <a:ext cx="6572795" cy="4437063"/>
          </a:xfrm>
        </p:spPr>
      </p:pic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4E7DC6E-6282-40A1-BAEB-516400AB6982}" type="slidenum">
              <a:rPr lang="en-US" smtClean="0">
                <a:latin typeface="Times New Roman" pitchFamily="-128" charset="0"/>
              </a:rPr>
              <a:pPr/>
              <a:t>14</a:t>
            </a:fld>
            <a:endParaRPr lang="en-US">
              <a:latin typeface="Times New Roman" pitchFamily="-12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How MVC Works?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9725"/>
            <a:ext cx="7543800" cy="4846638"/>
          </a:xfrm>
        </p:spPr>
        <p:txBody>
          <a:bodyPr/>
          <a:lstStyle/>
          <a:p>
            <a:pPr algn="just"/>
            <a:r>
              <a:rPr lang="en-US" dirty="0"/>
              <a:t>The user interacts with the user interface in some way </a:t>
            </a:r>
          </a:p>
          <a:p>
            <a:pPr lvl="1" algn="just"/>
            <a:r>
              <a:rPr lang="en-US" dirty="0"/>
              <a:t>e.g., user presses a button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A controller handles the input event from the user interface, often via a registered handler or callback 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The controller accesses the model, possibly updating it in a way appropriate to the user's action</a:t>
            </a:r>
          </a:p>
          <a:p>
            <a:pPr lvl="1" algn="just"/>
            <a:r>
              <a:rPr lang="en-US" dirty="0"/>
              <a:t>e.g., controller updates user's shopping cart</a:t>
            </a:r>
          </a:p>
          <a:p>
            <a:pPr algn="just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5BD0EB-B845-7285-1AE0-F12B5EC3CDF8}"/>
                  </a:ext>
                </a:extLst>
              </p14:cNvPr>
              <p14:cNvContentPartPr/>
              <p14:nvPr/>
            </p14:nvContentPartPr>
            <p14:xfrm>
              <a:off x="914325" y="1761915"/>
              <a:ext cx="6815880" cy="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5BD0EB-B845-7285-1AE0-F12B5EC3CD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0325" y="1545915"/>
                <a:ext cx="69235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186E43B-1E9F-D771-AD46-D28EC147243B}"/>
                  </a:ext>
                </a:extLst>
              </p14:cNvPr>
              <p14:cNvContentPartPr/>
              <p14:nvPr/>
            </p14:nvContentPartPr>
            <p14:xfrm>
              <a:off x="781845" y="2228475"/>
              <a:ext cx="376920" cy="10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186E43B-1E9F-D771-AD46-D28EC14724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8205" y="2120475"/>
                <a:ext cx="4845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5E695F4-F4D9-19FC-B747-0123E765A81F}"/>
                  </a:ext>
                </a:extLst>
              </p14:cNvPr>
              <p14:cNvContentPartPr/>
              <p14:nvPr/>
            </p14:nvContentPartPr>
            <p14:xfrm>
              <a:off x="762045" y="3381195"/>
              <a:ext cx="407232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5E695F4-F4D9-19FC-B747-0123E765A8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8045" y="3165195"/>
                <a:ext cx="41799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28E4D2B-94A1-EA69-2929-8D864249FFA3}"/>
                  </a:ext>
                </a:extLst>
              </p14:cNvPr>
              <p14:cNvContentPartPr/>
              <p14:nvPr/>
            </p14:nvContentPartPr>
            <p14:xfrm>
              <a:off x="5991045" y="3339075"/>
              <a:ext cx="1961640" cy="147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28E4D2B-94A1-EA69-2929-8D864249FFA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37045" y="3231435"/>
                <a:ext cx="206928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4498498-11EA-A0D3-C833-890196E50D26}"/>
                  </a:ext>
                </a:extLst>
              </p14:cNvPr>
              <p14:cNvContentPartPr/>
              <p14:nvPr/>
            </p14:nvContentPartPr>
            <p14:xfrm>
              <a:off x="800205" y="3840195"/>
              <a:ext cx="953280" cy="75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4498498-11EA-A0D3-C833-890196E50D2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6205" y="3732195"/>
                <a:ext cx="106092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EBAF73E-0DF0-C26F-3FB5-61BF1E8BF144}"/>
                  </a:ext>
                </a:extLst>
              </p14:cNvPr>
              <p14:cNvContentPartPr/>
              <p14:nvPr/>
            </p14:nvContentPartPr>
            <p14:xfrm>
              <a:off x="781125" y="4714635"/>
              <a:ext cx="457236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EBAF73E-0DF0-C26F-3FB5-61BF1E8BF14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7125" y="4498635"/>
                <a:ext cx="4680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C6B9546-045C-A180-FA86-27CA004F0F47}"/>
                  </a:ext>
                </a:extLst>
              </p14:cNvPr>
              <p14:cNvContentPartPr/>
              <p14:nvPr/>
            </p14:nvContentPartPr>
            <p14:xfrm>
              <a:off x="6867645" y="4712835"/>
              <a:ext cx="922680" cy="50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C6B9546-045C-A180-FA86-27CA004F0F4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13645" y="4604835"/>
                <a:ext cx="103032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5E2DC30-9847-F3F4-23DA-E5633560CD82}"/>
                  </a:ext>
                </a:extLst>
              </p14:cNvPr>
              <p14:cNvContentPartPr/>
              <p14:nvPr/>
            </p14:nvContentPartPr>
            <p14:xfrm>
              <a:off x="704805" y="5171835"/>
              <a:ext cx="560124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5E2DC30-9847-F3F4-23DA-E5633560CD8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0805" y="4955835"/>
                <a:ext cx="5708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A02203B-AA1B-AC91-54AE-CE1289833821}"/>
                  </a:ext>
                </a:extLst>
              </p14:cNvPr>
              <p14:cNvContentPartPr/>
              <p14:nvPr/>
            </p14:nvContentPartPr>
            <p14:xfrm>
              <a:off x="1666725" y="5457675"/>
              <a:ext cx="423036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A02203B-AA1B-AC91-54AE-CE128983382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12725" y="5241675"/>
                <a:ext cx="4338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38E0F01-37A8-FFE6-ADFA-C53DDCECC123}"/>
                  </a:ext>
                </a:extLst>
              </p14:cNvPr>
              <p14:cNvContentPartPr/>
              <p14:nvPr/>
            </p14:nvContentPartPr>
            <p14:xfrm>
              <a:off x="1447845" y="1942995"/>
              <a:ext cx="168732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38E0F01-37A8-FFE6-ADFA-C53DDCECC12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438845" y="1924995"/>
                <a:ext cx="1704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C9BCCB6-7E73-FE46-0C85-01A81E5B670A}"/>
                  </a:ext>
                </a:extLst>
              </p14:cNvPr>
              <p14:cNvContentPartPr/>
              <p14:nvPr/>
            </p14:nvContentPartPr>
            <p14:xfrm>
              <a:off x="4762365" y="2000235"/>
              <a:ext cx="2445480" cy="957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C9BCCB6-7E73-FE46-0C85-01A81E5B670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753365" y="1991235"/>
                <a:ext cx="246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3D673FA-4323-EA21-3513-F0C731C523CC}"/>
                  </a:ext>
                </a:extLst>
              </p14:cNvPr>
              <p14:cNvContentPartPr/>
              <p14:nvPr/>
            </p14:nvContentPartPr>
            <p14:xfrm>
              <a:off x="1133565" y="3581355"/>
              <a:ext cx="3733920" cy="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3D673FA-4323-EA21-3513-F0C731C523C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24565" y="3563355"/>
                <a:ext cx="3751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03E5F0E-B1EC-C9B1-7BDB-11D6A262262D}"/>
                  </a:ext>
                </a:extLst>
              </p14:cNvPr>
              <p14:cNvContentPartPr/>
              <p14:nvPr/>
            </p14:nvContentPartPr>
            <p14:xfrm>
              <a:off x="665565" y="3999675"/>
              <a:ext cx="1361880" cy="68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03E5F0E-B1EC-C9B1-7BDB-11D6A262262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56925" y="3990675"/>
                <a:ext cx="137952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86E7305-037A-78E9-57BD-EF93C1527F71}"/>
                  </a:ext>
                </a:extLst>
              </p14:cNvPr>
              <p14:cNvContentPartPr/>
              <p14:nvPr/>
            </p14:nvContentPartPr>
            <p14:xfrm>
              <a:off x="1381245" y="4895715"/>
              <a:ext cx="3867840" cy="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86E7305-037A-78E9-57BD-EF93C1527F7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372245" y="4877715"/>
                <a:ext cx="3885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E346C2B-777D-5C78-6747-A2F0BFAD5AF8}"/>
                  </a:ext>
                </a:extLst>
              </p14:cNvPr>
              <p14:cNvContentPartPr/>
              <p14:nvPr/>
            </p14:nvContentPartPr>
            <p14:xfrm>
              <a:off x="6915165" y="4818315"/>
              <a:ext cx="960480" cy="70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E346C2B-777D-5C78-6747-A2F0BFAD5AF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906165" y="4809675"/>
                <a:ext cx="97812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C53A619-AC97-E984-954D-9788C293808A}"/>
                  </a:ext>
                </a:extLst>
              </p14:cNvPr>
              <p14:cNvContentPartPr/>
              <p14:nvPr/>
            </p14:nvContentPartPr>
            <p14:xfrm>
              <a:off x="1209525" y="5267235"/>
              <a:ext cx="5134320" cy="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C53A619-AC97-E984-954D-9788C293808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200525" y="5249235"/>
                <a:ext cx="5151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C81326-F6ED-A03F-3872-9E3F3502B932}"/>
                  </a:ext>
                </a:extLst>
              </p14:cNvPr>
              <p14:cNvContentPartPr/>
              <p14:nvPr/>
            </p14:nvContentPartPr>
            <p14:xfrm>
              <a:off x="2143005" y="2676315"/>
              <a:ext cx="2081520" cy="94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C81326-F6ED-A03F-3872-9E3F3502B93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134005" y="2667315"/>
                <a:ext cx="2099160" cy="11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12756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How MVC Works?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9725"/>
            <a:ext cx="7543800" cy="4846638"/>
          </a:xfrm>
        </p:spPr>
        <p:txBody>
          <a:bodyPr/>
          <a:lstStyle/>
          <a:p>
            <a:pPr algn="just"/>
            <a:r>
              <a:rPr lang="en-US" dirty="0"/>
              <a:t>A view uses the model to generate an appropriate user interface </a:t>
            </a:r>
          </a:p>
          <a:p>
            <a:pPr lvl="1" algn="just"/>
            <a:r>
              <a:rPr lang="en-US" dirty="0"/>
              <a:t>e.g., view produces a screen listing the shopping cart contents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view gets its own data from the model. The model has no direct knowledge of the view. </a:t>
            </a:r>
          </a:p>
          <a:p>
            <a:pPr lvl="1" algn="just"/>
            <a:r>
              <a:rPr lang="en-US" dirty="0"/>
              <a:t>However, the observer pattern can be used to allow the model to indirectly notify interested parties – potentially including views of a change</a:t>
            </a:r>
          </a:p>
          <a:p>
            <a:pPr algn="just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D6C7361-374E-F1CD-C977-0280C6D066BE}"/>
                  </a:ext>
                </a:extLst>
              </p14:cNvPr>
              <p14:cNvContentPartPr/>
              <p14:nvPr/>
            </p14:nvContentPartPr>
            <p14:xfrm>
              <a:off x="828645" y="1809435"/>
              <a:ext cx="7039440" cy="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D6C7361-374E-F1CD-C977-0280C6D066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645" y="1593435"/>
                <a:ext cx="71470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DF4E97-382F-D1E7-40C0-F76AB8AB123E}"/>
                  </a:ext>
                </a:extLst>
              </p14:cNvPr>
              <p14:cNvContentPartPr/>
              <p14:nvPr/>
            </p14:nvContentPartPr>
            <p14:xfrm>
              <a:off x="723885" y="2219115"/>
              <a:ext cx="183924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DF4E97-382F-D1E7-40C0-F76AB8AB12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9885" y="2003115"/>
                <a:ext cx="1946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17A5A09-F370-BC3A-E47F-E9472B737D36}"/>
                  </a:ext>
                </a:extLst>
              </p14:cNvPr>
              <p14:cNvContentPartPr/>
              <p14:nvPr/>
            </p14:nvContentPartPr>
            <p14:xfrm>
              <a:off x="1800285" y="2647875"/>
              <a:ext cx="619344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17A5A09-F370-BC3A-E47F-E9472B737D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46285" y="2431875"/>
                <a:ext cx="63010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0C6D3B8-4298-81AF-3F24-33661C0346B6}"/>
                  </a:ext>
                </a:extLst>
              </p14:cNvPr>
              <p14:cNvContentPartPr/>
              <p14:nvPr/>
            </p14:nvContentPartPr>
            <p14:xfrm>
              <a:off x="1019085" y="2857035"/>
              <a:ext cx="844200" cy="29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0C6D3B8-4298-81AF-3F24-33661C0346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5085" y="2749035"/>
                <a:ext cx="9518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3A70745-BA05-2767-1CE0-96FE2ADB5C3C}"/>
                  </a:ext>
                </a:extLst>
              </p14:cNvPr>
              <p14:cNvContentPartPr/>
              <p14:nvPr/>
            </p14:nvContentPartPr>
            <p14:xfrm>
              <a:off x="1505085" y="3695475"/>
              <a:ext cx="5658120" cy="29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3A70745-BA05-2767-1CE0-96FE2ADB5C3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51085" y="3587475"/>
                <a:ext cx="57657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04AAB60-C4F9-0CED-6F33-DAF3ABBCBB26}"/>
                  </a:ext>
                </a:extLst>
              </p14:cNvPr>
              <p14:cNvContentPartPr/>
              <p14:nvPr/>
            </p14:nvContentPartPr>
            <p14:xfrm>
              <a:off x="819285" y="4181475"/>
              <a:ext cx="569628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04AAB60-C4F9-0CED-6F33-DAF3ABBCBB2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5285" y="3965475"/>
                <a:ext cx="58039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34C61EB-7AAF-4FC3-34DA-E13672BB0442}"/>
                  </a:ext>
                </a:extLst>
              </p14:cNvPr>
              <p14:cNvContentPartPr/>
              <p14:nvPr/>
            </p14:nvContentPartPr>
            <p14:xfrm>
              <a:off x="6896085" y="4438515"/>
              <a:ext cx="876600" cy="66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34C61EB-7AAF-4FC3-34DA-E13672BB044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42085" y="4330515"/>
                <a:ext cx="98424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06C4DC1-05C8-E520-6F91-ABC7F536EB45}"/>
                  </a:ext>
                </a:extLst>
              </p14:cNvPr>
              <p14:cNvContentPartPr/>
              <p14:nvPr/>
            </p14:nvContentPartPr>
            <p14:xfrm>
              <a:off x="971565" y="4895715"/>
              <a:ext cx="528768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06C4DC1-05C8-E520-6F91-ABC7F536EB4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7565" y="4679715"/>
                <a:ext cx="53953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5373261-0A2A-3463-62DF-4D104DFFBE2D}"/>
                  </a:ext>
                </a:extLst>
              </p14:cNvPr>
              <p14:cNvContentPartPr/>
              <p14:nvPr/>
            </p14:nvContentPartPr>
            <p14:xfrm>
              <a:off x="971565" y="2019315"/>
              <a:ext cx="480168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5373261-0A2A-3463-62DF-4D104DFFBE2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62565" y="2001315"/>
                <a:ext cx="4819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A1757E-27E1-E255-414B-A05F934E00F7}"/>
                  </a:ext>
                </a:extLst>
              </p14:cNvPr>
              <p14:cNvContentPartPr/>
              <p14:nvPr/>
            </p14:nvContentPartPr>
            <p14:xfrm>
              <a:off x="6515205" y="1913835"/>
              <a:ext cx="2160360" cy="201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A1757E-27E1-E255-414B-A05F934E00F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06565" y="1905195"/>
                <a:ext cx="21780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85AD013-B843-9883-7EED-96976CD0CEB0}"/>
                  </a:ext>
                </a:extLst>
              </p14:cNvPr>
              <p14:cNvContentPartPr/>
              <p14:nvPr/>
            </p14:nvContentPartPr>
            <p14:xfrm>
              <a:off x="742965" y="2371755"/>
              <a:ext cx="1627920" cy="298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85AD013-B843-9883-7EED-96976CD0CEB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3965" y="2362755"/>
                <a:ext cx="16455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F299107-36FC-BD23-1666-D66C6BF7FC7A}"/>
                  </a:ext>
                </a:extLst>
              </p14:cNvPr>
              <p14:cNvContentPartPr/>
              <p14:nvPr/>
            </p14:nvContentPartPr>
            <p14:xfrm>
              <a:off x="1809645" y="2781075"/>
              <a:ext cx="2915280" cy="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F299107-36FC-BD23-1666-D66C6BF7FC7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00645" y="2763075"/>
                <a:ext cx="29329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4FBBB4F-F1BD-3582-2D8D-87602742C41A}"/>
                  </a:ext>
                </a:extLst>
              </p14:cNvPr>
              <p14:cNvContentPartPr/>
              <p14:nvPr/>
            </p14:nvContentPartPr>
            <p14:xfrm>
              <a:off x="1466925" y="3914715"/>
              <a:ext cx="5620320" cy="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4FBBB4F-F1BD-3582-2D8D-87602742C41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57925" y="3896715"/>
                <a:ext cx="5637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D983603-C1B5-1540-E68B-7C26A0EB1E31}"/>
                  </a:ext>
                </a:extLst>
              </p14:cNvPr>
              <p14:cNvContentPartPr/>
              <p14:nvPr/>
            </p14:nvContentPartPr>
            <p14:xfrm>
              <a:off x="828645" y="4314675"/>
              <a:ext cx="5429880" cy="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D983603-C1B5-1540-E68B-7C26A0EB1E3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9645" y="4296675"/>
                <a:ext cx="544752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8555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with Controller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905000"/>
            <a:ext cx="5091545" cy="47625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E062CDA-A69E-200C-0B90-AC68444A8CD2}"/>
              </a:ext>
            </a:extLst>
          </p:cNvPr>
          <p:cNvGrpSpPr/>
          <p:nvPr/>
        </p:nvGrpSpPr>
        <p:grpSpPr>
          <a:xfrm>
            <a:off x="6800685" y="809355"/>
            <a:ext cx="2266560" cy="3254760"/>
            <a:chOff x="6800685" y="809355"/>
            <a:chExt cx="2266560" cy="32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09498FE-A357-F35C-273C-A751A84EB5C3}"/>
                    </a:ext>
                  </a:extLst>
                </p14:cNvPr>
                <p14:cNvContentPartPr/>
                <p14:nvPr/>
              </p14:nvContentPartPr>
              <p14:xfrm>
                <a:off x="7309365" y="809355"/>
                <a:ext cx="1409760" cy="667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09498FE-A357-F35C-273C-A751A84EB5C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00725" y="800355"/>
                  <a:ext cx="1427400" cy="68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62ACE67-6797-E16B-DAA5-54BB383805C7}"/>
                    </a:ext>
                  </a:extLst>
                </p14:cNvPr>
                <p14:cNvContentPartPr/>
                <p14:nvPr/>
              </p14:nvContentPartPr>
              <p14:xfrm>
                <a:off x="7261485" y="1018875"/>
                <a:ext cx="187200" cy="354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62ACE67-6797-E16B-DAA5-54BB383805C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52845" y="1009875"/>
                  <a:ext cx="2048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0C809DF-26E5-2E9A-1F7A-851BE911FF8C}"/>
                    </a:ext>
                  </a:extLst>
                </p14:cNvPr>
                <p14:cNvContentPartPr/>
                <p14:nvPr/>
              </p14:nvContentPartPr>
              <p14:xfrm>
                <a:off x="6865845" y="1042995"/>
                <a:ext cx="269280" cy="253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0C809DF-26E5-2E9A-1F7A-851BE911FF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56845" y="1033995"/>
                  <a:ext cx="2869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B9B23F0-9013-AA37-8E5F-781EF71DE48C}"/>
                    </a:ext>
                  </a:extLst>
                </p14:cNvPr>
                <p14:cNvContentPartPr/>
                <p14:nvPr/>
              </p14:nvContentPartPr>
              <p14:xfrm>
                <a:off x="6800685" y="914115"/>
                <a:ext cx="265320" cy="10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B9B23F0-9013-AA37-8E5F-781EF71DE48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91685" y="905475"/>
                  <a:ext cx="282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157CB49-C44F-AC57-BA19-846B8C73842F}"/>
                    </a:ext>
                  </a:extLst>
                </p14:cNvPr>
                <p14:cNvContentPartPr/>
                <p14:nvPr/>
              </p14:nvContentPartPr>
              <p14:xfrm>
                <a:off x="8335725" y="1381035"/>
                <a:ext cx="638640" cy="629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157CB49-C44F-AC57-BA19-846B8C73842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26725" y="1372035"/>
                  <a:ext cx="65628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3ED57C8-B143-2713-F46A-AC5E74887D9B}"/>
                    </a:ext>
                  </a:extLst>
                </p14:cNvPr>
                <p14:cNvContentPartPr/>
                <p14:nvPr/>
              </p14:nvContentPartPr>
              <p14:xfrm>
                <a:off x="7735245" y="1523235"/>
                <a:ext cx="645840" cy="334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3ED57C8-B143-2713-F46A-AC5E74887D9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726605" y="1514235"/>
                  <a:ext cx="6634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1DADAC9-B331-A9BA-D8B1-840B60F90BB0}"/>
                    </a:ext>
                  </a:extLst>
                </p14:cNvPr>
                <p14:cNvContentPartPr/>
                <p14:nvPr/>
              </p14:nvContentPartPr>
              <p14:xfrm>
                <a:off x="7372365" y="1657155"/>
                <a:ext cx="740160" cy="705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1DADAC9-B331-A9BA-D8B1-840B60F90BB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63365" y="1648155"/>
                  <a:ext cx="75780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A32B244-750F-38DB-12ED-7CEBFA87548A}"/>
                    </a:ext>
                  </a:extLst>
                </p14:cNvPr>
                <p14:cNvContentPartPr/>
                <p14:nvPr/>
              </p14:nvContentPartPr>
              <p14:xfrm>
                <a:off x="8162925" y="1428555"/>
                <a:ext cx="9432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A32B244-750F-38DB-12ED-7CEBFA87548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53925" y="1419555"/>
                  <a:ext cx="111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EC04315-8489-75AA-3AE9-CC27FFD4B348}"/>
                    </a:ext>
                  </a:extLst>
                </p14:cNvPr>
                <p14:cNvContentPartPr/>
                <p14:nvPr/>
              </p14:nvContentPartPr>
              <p14:xfrm>
                <a:off x="8553525" y="1199955"/>
                <a:ext cx="513720" cy="133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EC04315-8489-75AA-3AE9-CC27FFD4B34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44525" y="1191315"/>
                  <a:ext cx="531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054B56F-D58F-1A6C-CCD5-C4337AFD3A87}"/>
                    </a:ext>
                  </a:extLst>
                </p14:cNvPr>
                <p14:cNvContentPartPr/>
                <p14:nvPr/>
              </p14:nvContentPartPr>
              <p14:xfrm>
                <a:off x="8915325" y="2238195"/>
                <a:ext cx="77400" cy="416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054B56F-D58F-1A6C-CCD5-C4337AFD3A8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06325" y="2229195"/>
                  <a:ext cx="950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C7F0CB7-049E-02D4-6196-6B244E3A4715}"/>
                    </a:ext>
                  </a:extLst>
                </p14:cNvPr>
                <p14:cNvContentPartPr/>
                <p14:nvPr/>
              </p14:nvContentPartPr>
              <p14:xfrm>
                <a:off x="8571165" y="2202915"/>
                <a:ext cx="182880" cy="520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C7F0CB7-049E-02D4-6196-6B244E3A471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62525" y="2194275"/>
                  <a:ext cx="20052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53E537E-4998-307C-B65E-2DF08E23083A}"/>
                    </a:ext>
                  </a:extLst>
                </p14:cNvPr>
                <p14:cNvContentPartPr/>
                <p14:nvPr/>
              </p14:nvContentPartPr>
              <p14:xfrm>
                <a:off x="8179485" y="2418195"/>
                <a:ext cx="469080" cy="507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53E537E-4998-307C-B65E-2DF08E23083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170845" y="2409195"/>
                  <a:ext cx="4867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4A693F-8D79-74B7-C5A6-DDCAA0676BA9}"/>
                    </a:ext>
                  </a:extLst>
                </p14:cNvPr>
                <p14:cNvContentPartPr/>
                <p14:nvPr/>
              </p14:nvContentPartPr>
              <p14:xfrm>
                <a:off x="8162925" y="2581275"/>
                <a:ext cx="221760" cy="206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4A693F-8D79-74B7-C5A6-DDCAA0676BA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53925" y="2572275"/>
                  <a:ext cx="2394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7D8806E-9955-2C2C-A976-4BA659217380}"/>
                    </a:ext>
                  </a:extLst>
                </p14:cNvPr>
                <p14:cNvContentPartPr/>
                <p14:nvPr/>
              </p14:nvContentPartPr>
              <p14:xfrm>
                <a:off x="7922085" y="2605035"/>
                <a:ext cx="164160" cy="55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7D8806E-9955-2C2C-A976-4BA65921738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13445" y="2596395"/>
                  <a:ext cx="18180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6F57E4-EEB8-42E7-0A10-8F20671CE4DE}"/>
                    </a:ext>
                  </a:extLst>
                </p14:cNvPr>
                <p14:cNvContentPartPr/>
                <p14:nvPr/>
              </p14:nvContentPartPr>
              <p14:xfrm>
                <a:off x="8914245" y="3114435"/>
                <a:ext cx="116280" cy="389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6F57E4-EEB8-42E7-0A10-8F20671CE4D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05605" y="3105435"/>
                  <a:ext cx="13392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6153C40-BEC7-96D5-047E-1D466C149D62}"/>
                    </a:ext>
                  </a:extLst>
                </p14:cNvPr>
                <p14:cNvContentPartPr/>
                <p14:nvPr/>
              </p14:nvContentPartPr>
              <p14:xfrm>
                <a:off x="8275245" y="3238275"/>
                <a:ext cx="571680" cy="677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6153C40-BEC7-96D5-047E-1D466C149D6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66605" y="3229275"/>
                  <a:ext cx="58932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AE05F8-EF6A-31C7-E9F9-E273447BF161}"/>
                    </a:ext>
                  </a:extLst>
                </p14:cNvPr>
                <p14:cNvContentPartPr/>
                <p14:nvPr/>
              </p14:nvContentPartPr>
              <p14:xfrm>
                <a:off x="8724885" y="3997515"/>
                <a:ext cx="100440" cy="12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AE05F8-EF6A-31C7-E9F9-E273447BF16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15885" y="3988515"/>
                  <a:ext cx="118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2C6F4DE-1FC4-1ED1-A2A6-B753CB1D2454}"/>
                    </a:ext>
                  </a:extLst>
                </p14:cNvPr>
                <p14:cNvContentPartPr/>
                <p14:nvPr/>
              </p14:nvContentPartPr>
              <p14:xfrm>
                <a:off x="7428885" y="3394155"/>
                <a:ext cx="775440" cy="669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2C6F4DE-1FC4-1ED1-A2A6-B753CB1D245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20245" y="3385155"/>
                  <a:ext cx="79308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8FC2D5B-FA0A-23C2-8568-ACEF7176FE4B}"/>
                    </a:ext>
                  </a:extLst>
                </p14:cNvPr>
                <p14:cNvContentPartPr/>
                <p14:nvPr/>
              </p14:nvContentPartPr>
              <p14:xfrm>
                <a:off x="7968885" y="3873315"/>
                <a:ext cx="9360" cy="36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8FC2D5B-FA0A-23C2-8568-ACEF7176FE4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60245" y="3864315"/>
                  <a:ext cx="27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D373149-7BFC-938B-4F28-48BEDC3A1976}"/>
                    </a:ext>
                  </a:extLst>
                </p14:cNvPr>
                <p14:cNvContentPartPr/>
                <p14:nvPr/>
              </p14:nvContentPartPr>
              <p14:xfrm>
                <a:off x="8067525" y="3400275"/>
                <a:ext cx="849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D373149-7BFC-938B-4F28-48BEDC3A19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058525" y="3391275"/>
                  <a:ext cx="1026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41719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Describing Design Patterns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defRPr/>
            </a:pPr>
            <a:r>
              <a:rPr lang="en-US" dirty="0"/>
              <a:t>Pattern Name and Classification: A descriptive and unique name that helps to identify and refer to the pattern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Intent: A description of the goal behind the pattern and the reason for using it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Also Know As: other well known name for the pattern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Motivation: A scenario illustrates a design problem and how the pattern solve the problem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Applicability: Situations in which this pattern can be applied, and example of poor designs that pattern can address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28D59CF-0228-9071-52E7-753BFA2B4C5A}"/>
                  </a:ext>
                </a:extLst>
              </p14:cNvPr>
              <p14:cNvContentPartPr/>
              <p14:nvPr/>
            </p14:nvContentPartPr>
            <p14:xfrm>
              <a:off x="847725" y="1752555"/>
              <a:ext cx="405828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28D59CF-0228-9071-52E7-753BFA2B4C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3725" y="1536555"/>
                <a:ext cx="41659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5A9CD1B-0DA8-A7AF-2DD1-5B300B8D0579}"/>
                  </a:ext>
                </a:extLst>
              </p14:cNvPr>
              <p14:cNvContentPartPr/>
              <p14:nvPr/>
            </p14:nvContentPartPr>
            <p14:xfrm>
              <a:off x="800925" y="2790435"/>
              <a:ext cx="495360" cy="41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5A9CD1B-0DA8-A7AF-2DD1-5B300B8D05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285" y="2682795"/>
                <a:ext cx="60300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8B90C40-2798-E5B2-A744-3312DBD95238}"/>
                  </a:ext>
                </a:extLst>
              </p14:cNvPr>
              <p14:cNvContentPartPr/>
              <p14:nvPr/>
            </p14:nvContentPartPr>
            <p14:xfrm>
              <a:off x="723885" y="4561995"/>
              <a:ext cx="1037520" cy="57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8B90C40-2798-E5B2-A744-3312DBD952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9885" y="4453995"/>
                <a:ext cx="114516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D3BBD71-4809-9DC8-C099-54E1921CABAD}"/>
                  </a:ext>
                </a:extLst>
              </p14:cNvPr>
              <p14:cNvContentPartPr/>
              <p14:nvPr/>
            </p14:nvContentPartPr>
            <p14:xfrm>
              <a:off x="1771485" y="4561635"/>
              <a:ext cx="227880" cy="10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D3BBD71-4809-9DC8-C099-54E1921CABA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7485" y="4453995"/>
                <a:ext cx="3355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C5F2998-2336-BB8D-8F6B-B71C043135E7}"/>
                  </a:ext>
                </a:extLst>
              </p14:cNvPr>
              <p14:cNvContentPartPr/>
              <p14:nvPr/>
            </p14:nvContentPartPr>
            <p14:xfrm>
              <a:off x="847725" y="5562075"/>
              <a:ext cx="1553760" cy="115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C5F2998-2336-BB8D-8F6B-B71C043135E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3725" y="5454075"/>
                <a:ext cx="166140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A385E01-864E-1160-89B8-EDE9E62F4810}"/>
                  </a:ext>
                </a:extLst>
              </p14:cNvPr>
              <p14:cNvContentPartPr/>
              <p14:nvPr/>
            </p14:nvContentPartPr>
            <p14:xfrm>
              <a:off x="5695845" y="1828515"/>
              <a:ext cx="282024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A385E01-864E-1160-89B8-EDE9E62F481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41845" y="1612515"/>
                <a:ext cx="2927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D899BC8-DE0A-F983-7AB2-267C41D06919}"/>
                  </a:ext>
                </a:extLst>
              </p14:cNvPr>
              <p14:cNvContentPartPr/>
              <p14:nvPr/>
            </p14:nvContentPartPr>
            <p14:xfrm>
              <a:off x="1581045" y="2104995"/>
              <a:ext cx="243936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D899BC8-DE0A-F983-7AB2-267C41D0691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27045" y="1888995"/>
                <a:ext cx="2547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CD0C293-240C-3582-325F-DF622B118774}"/>
                  </a:ext>
                </a:extLst>
              </p14:cNvPr>
              <p14:cNvContentPartPr/>
              <p14:nvPr/>
            </p14:nvContentPartPr>
            <p14:xfrm>
              <a:off x="5833005" y="2047755"/>
              <a:ext cx="1714680" cy="191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CD0C293-240C-3582-325F-DF622B11877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79005" y="1939755"/>
                <a:ext cx="182232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676266D-0280-C898-A1E1-FB8375B46862}"/>
                  </a:ext>
                </a:extLst>
              </p14:cNvPr>
              <p14:cNvContentPartPr/>
              <p14:nvPr/>
            </p14:nvContentPartPr>
            <p14:xfrm>
              <a:off x="2019165" y="2809875"/>
              <a:ext cx="537444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676266D-0280-C898-A1E1-FB8375B4686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65165" y="2593875"/>
                <a:ext cx="54820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05EE8D1-6DB6-4404-EE91-0282FAB4B82F}"/>
                  </a:ext>
                </a:extLst>
              </p14:cNvPr>
              <p14:cNvContentPartPr/>
              <p14:nvPr/>
            </p14:nvContentPartPr>
            <p14:xfrm>
              <a:off x="838005" y="3124155"/>
              <a:ext cx="225864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05EE8D1-6DB6-4404-EE91-0282FAB4B82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4005" y="2908155"/>
                <a:ext cx="23662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DDE59A3-DF26-F452-A2B4-8BD2BCA57C5E}"/>
                  </a:ext>
                </a:extLst>
              </p14:cNvPr>
              <p14:cNvContentPartPr/>
              <p14:nvPr/>
            </p14:nvContentPartPr>
            <p14:xfrm>
              <a:off x="2238405" y="4590795"/>
              <a:ext cx="4619880" cy="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DDE59A3-DF26-F452-A2B4-8BD2BCA57C5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84405" y="4374795"/>
                <a:ext cx="47275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E8DF5E0-C727-9251-EEF5-224230BAD7D0}"/>
                  </a:ext>
                </a:extLst>
              </p14:cNvPr>
              <p14:cNvContentPartPr/>
              <p14:nvPr/>
            </p14:nvContentPartPr>
            <p14:xfrm>
              <a:off x="7686645" y="4619595"/>
              <a:ext cx="856800" cy="11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E8DF5E0-C727-9251-EEF5-224230BAD7D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632645" y="4511595"/>
                <a:ext cx="96444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2678514-BB96-4897-87FE-8AA4CCB15585}"/>
                  </a:ext>
                </a:extLst>
              </p14:cNvPr>
              <p14:cNvContentPartPr/>
              <p14:nvPr/>
            </p14:nvContentPartPr>
            <p14:xfrm>
              <a:off x="1000005" y="4876635"/>
              <a:ext cx="2791080" cy="19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2678514-BB96-4897-87FE-8AA4CCB1558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46005" y="4768635"/>
                <a:ext cx="28987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3F59EA9-F3AE-9BF3-48A9-AF8BC48BBB74}"/>
                  </a:ext>
                </a:extLst>
              </p14:cNvPr>
              <p14:cNvContentPartPr/>
              <p14:nvPr/>
            </p14:nvContentPartPr>
            <p14:xfrm>
              <a:off x="2552685" y="5638755"/>
              <a:ext cx="5905800" cy="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3F59EA9-F3AE-9BF3-48A9-AF8BC48BBB7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98685" y="5422755"/>
                <a:ext cx="601344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7693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Describing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defRPr/>
            </a:pPr>
            <a:r>
              <a:rPr lang="en-US" dirty="0"/>
              <a:t>Structure: A graphical representation of the classes in the pattern</a:t>
            </a:r>
          </a:p>
          <a:p>
            <a:pPr lvl="1" algn="just">
              <a:defRPr/>
            </a:pPr>
            <a:r>
              <a:rPr lang="en-US" dirty="0"/>
              <a:t>Class diagrams and Interaction diagrams may be used for this purpose</a:t>
            </a:r>
          </a:p>
          <a:p>
            <a:pPr marL="274320" indent="-274320" algn="just" fontAlgn="auto"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Participants: The classes and/or objects used in the pattern and their roles in the design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Collaboration: A description of how classes and objects interact with each other </a:t>
            </a:r>
          </a:p>
          <a:p>
            <a:pPr marL="274320" indent="-274320" algn="just" fontAlgn="auto"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Consequences: A description of the results, side effects, and tradeoffs caused by using the pattern</a:t>
            </a:r>
          </a:p>
          <a:p>
            <a:pPr marL="0" indent="0" algn="just" fontAlgn="auto">
              <a:spcAft>
                <a:spcPts val="0"/>
              </a:spcAft>
              <a:buNone/>
              <a:defRPr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7B0085-B2C2-0D16-C3CC-4228EBAB2691}"/>
                  </a:ext>
                </a:extLst>
              </p14:cNvPr>
              <p14:cNvContentPartPr/>
              <p14:nvPr/>
            </p14:nvContentPartPr>
            <p14:xfrm>
              <a:off x="866805" y="1771635"/>
              <a:ext cx="894600" cy="67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7B0085-B2C2-0D16-C3CC-4228EBAB26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805" y="1663635"/>
                <a:ext cx="10022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DDBD7A-CBBB-CBAC-FC87-25A341F257EC}"/>
                  </a:ext>
                </a:extLst>
              </p14:cNvPr>
              <p14:cNvContentPartPr/>
              <p14:nvPr/>
            </p14:nvContentPartPr>
            <p14:xfrm>
              <a:off x="857085" y="3530955"/>
              <a:ext cx="1346040" cy="46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DDBD7A-CBBB-CBAC-FC87-25A341F257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3085" y="3423315"/>
                <a:ext cx="14536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5351F00-757E-91D4-0D1D-9C35C214BEE3}"/>
                  </a:ext>
                </a:extLst>
              </p14:cNvPr>
              <p14:cNvContentPartPr/>
              <p14:nvPr/>
            </p14:nvContentPartPr>
            <p14:xfrm>
              <a:off x="885885" y="4619595"/>
              <a:ext cx="1599480" cy="29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5351F00-757E-91D4-0D1D-9C35C214BE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1885" y="4511595"/>
                <a:ext cx="17071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4917A1E-FF7E-F82D-B538-C70F7C30515C}"/>
                  </a:ext>
                </a:extLst>
              </p14:cNvPr>
              <p14:cNvContentPartPr/>
              <p14:nvPr/>
            </p14:nvContentPartPr>
            <p14:xfrm>
              <a:off x="790485" y="5723355"/>
              <a:ext cx="1932840" cy="68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4917A1E-FF7E-F82D-B538-C70F7C30515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6485" y="5615715"/>
                <a:ext cx="20404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0B0B5A0-DF93-D5B2-2B24-3F30A688296A}"/>
                  </a:ext>
                </a:extLst>
              </p14:cNvPr>
              <p14:cNvContentPartPr/>
              <p14:nvPr/>
            </p14:nvContentPartPr>
            <p14:xfrm>
              <a:off x="2419125" y="1828515"/>
              <a:ext cx="529632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0B0B5A0-DF93-D5B2-2B24-3F30A688296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65125" y="1612515"/>
                <a:ext cx="54039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E2F2125-C13B-8360-6FA0-9AA02C8C7E95}"/>
                  </a:ext>
                </a:extLst>
              </p14:cNvPr>
              <p14:cNvContentPartPr/>
              <p14:nvPr/>
            </p14:nvContentPartPr>
            <p14:xfrm>
              <a:off x="1028805" y="2438355"/>
              <a:ext cx="1713960" cy="86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E2F2125-C13B-8360-6FA0-9AA02C8C7E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4805" y="2330355"/>
                <a:ext cx="182160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0E31C5E-C2A2-B254-D125-BA350FE2A6EB}"/>
                  </a:ext>
                </a:extLst>
              </p14:cNvPr>
              <p14:cNvContentPartPr/>
              <p14:nvPr/>
            </p14:nvContentPartPr>
            <p14:xfrm>
              <a:off x="3638445" y="2390115"/>
              <a:ext cx="2323440" cy="144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0E31C5E-C2A2-B254-D125-BA350FE2A6E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84445" y="2282115"/>
                <a:ext cx="243108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B186308-85DC-768D-D9FE-74875B214E22}"/>
                  </a:ext>
                </a:extLst>
              </p14:cNvPr>
              <p14:cNvContentPartPr/>
              <p14:nvPr/>
            </p14:nvContentPartPr>
            <p14:xfrm>
              <a:off x="2819445" y="3524115"/>
              <a:ext cx="374436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B186308-85DC-768D-D9FE-74875B214E2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65445" y="3308115"/>
                <a:ext cx="3852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FFB54E7-4DF1-F51F-14D9-FC1C47DC2395}"/>
                  </a:ext>
                </a:extLst>
              </p14:cNvPr>
              <p14:cNvContentPartPr/>
              <p14:nvPr/>
            </p14:nvContentPartPr>
            <p14:xfrm>
              <a:off x="6276885" y="3676035"/>
              <a:ext cx="151560" cy="20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FFB54E7-4DF1-F51F-14D9-FC1C47DC239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22885" y="3568395"/>
                <a:ext cx="2592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63CF4DA-C925-0163-2C46-002EEF775BAE}"/>
                  </a:ext>
                </a:extLst>
              </p14:cNvPr>
              <p14:cNvContentPartPr/>
              <p14:nvPr/>
            </p14:nvContentPartPr>
            <p14:xfrm>
              <a:off x="6533925" y="3533115"/>
              <a:ext cx="896760" cy="29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63CF4DA-C925-0163-2C46-002EEF775BA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79925" y="3425115"/>
                <a:ext cx="10044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C394759-A3F8-6F88-73E9-41443DD167F4}"/>
                  </a:ext>
                </a:extLst>
              </p14:cNvPr>
              <p14:cNvContentPartPr/>
              <p14:nvPr/>
            </p14:nvContentPartPr>
            <p14:xfrm>
              <a:off x="848445" y="3894915"/>
              <a:ext cx="662400" cy="30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C394759-A3F8-6F88-73E9-41443DD167F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4805" y="3787275"/>
                <a:ext cx="7700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193A0C7-E336-7199-30A6-3F3F8CFC67D7}"/>
                  </a:ext>
                </a:extLst>
              </p14:cNvPr>
              <p14:cNvContentPartPr/>
              <p14:nvPr/>
            </p14:nvContentPartPr>
            <p14:xfrm>
              <a:off x="2400405" y="3848115"/>
              <a:ext cx="1271880" cy="136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193A0C7-E336-7199-30A6-3F3F8CFC67D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46405" y="3740115"/>
                <a:ext cx="137952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47A47E6-6DAB-A169-4D12-60F6216850DD}"/>
                  </a:ext>
                </a:extLst>
              </p14:cNvPr>
              <p14:cNvContentPartPr/>
              <p14:nvPr/>
            </p14:nvContentPartPr>
            <p14:xfrm>
              <a:off x="2809725" y="4657755"/>
              <a:ext cx="3913920" cy="691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47A47E6-6DAB-A169-4D12-60F6216850D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55725" y="4549755"/>
                <a:ext cx="402156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4BF93EA-4207-2EFE-E078-68D39864F048}"/>
                  </a:ext>
                </a:extLst>
              </p14:cNvPr>
              <p14:cNvContentPartPr/>
              <p14:nvPr/>
            </p14:nvContentPartPr>
            <p14:xfrm>
              <a:off x="7610325" y="4674315"/>
              <a:ext cx="818640" cy="78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4BF93EA-4207-2EFE-E078-68D39864F04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56325" y="4566315"/>
                <a:ext cx="92628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D2D8790-1BC3-46C5-266B-CE15770B3007}"/>
                  </a:ext>
                </a:extLst>
              </p14:cNvPr>
              <p14:cNvContentPartPr/>
              <p14:nvPr/>
            </p14:nvContentPartPr>
            <p14:xfrm>
              <a:off x="647565" y="4972035"/>
              <a:ext cx="3354840" cy="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D2D8790-1BC3-46C5-266B-CE15770B300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3565" y="4756035"/>
                <a:ext cx="34624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6C118DC-C885-0EC2-CC3A-CA9C3947CB9A}"/>
                  </a:ext>
                </a:extLst>
              </p14:cNvPr>
              <p14:cNvContentPartPr/>
              <p14:nvPr/>
            </p14:nvContentPartPr>
            <p14:xfrm>
              <a:off x="3067125" y="5781675"/>
              <a:ext cx="3611520" cy="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6C118DC-C885-0EC2-CC3A-CA9C3947CB9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13125" y="5565675"/>
                <a:ext cx="37191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5AC1ECC-593D-0172-7969-CD873F9AE214}"/>
                  </a:ext>
                </a:extLst>
              </p14:cNvPr>
              <p14:cNvContentPartPr/>
              <p14:nvPr/>
            </p14:nvContentPartPr>
            <p14:xfrm>
              <a:off x="6962685" y="5751075"/>
              <a:ext cx="1627920" cy="59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5AC1ECC-593D-0172-7969-CD873F9AE21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08685" y="5643435"/>
                <a:ext cx="173556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DB393A0-1FB3-B20A-4548-861E94A8FE14}"/>
                  </a:ext>
                </a:extLst>
              </p14:cNvPr>
              <p14:cNvContentPartPr/>
              <p14:nvPr/>
            </p14:nvContentPartPr>
            <p14:xfrm>
              <a:off x="1428765" y="6152835"/>
              <a:ext cx="4811400" cy="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DB393A0-1FB3-B20A-4548-861E94A8FE1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374765" y="5936835"/>
                <a:ext cx="491904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4781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Describing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defRPr/>
            </a:pPr>
            <a:r>
              <a:rPr lang="en-US" dirty="0"/>
              <a:t>Implementation: A description of an implementation of the pattern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Sample Code: An illustration of how the pattern can be implemented using a programming language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Known Uses: Examples of patterns found in real systems</a:t>
            </a:r>
          </a:p>
          <a:p>
            <a:pPr marL="0" indent="0" algn="just" fontAlgn="auto">
              <a:spcAft>
                <a:spcPts val="0"/>
              </a:spcAft>
              <a:buNone/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Related Patterns: Other design patterns are closely related to this one and discussion of the differences between the patterns 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1BD7B1-B2E9-B6C2-52F8-66E967EF0C30}"/>
                  </a:ext>
                </a:extLst>
              </p14:cNvPr>
              <p14:cNvContentPartPr/>
              <p14:nvPr/>
            </p14:nvContentPartPr>
            <p14:xfrm>
              <a:off x="800205" y="1866675"/>
              <a:ext cx="191592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1BD7B1-B2E9-B6C2-52F8-66E967EF0C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6205" y="1650675"/>
                <a:ext cx="20235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D631991-4C61-CEB2-7702-71516D8B05EC}"/>
                  </a:ext>
                </a:extLst>
              </p14:cNvPr>
              <p14:cNvContentPartPr/>
              <p14:nvPr/>
            </p14:nvContentPartPr>
            <p14:xfrm>
              <a:off x="3276645" y="1885755"/>
              <a:ext cx="516276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D631991-4C61-CEB2-7702-71516D8B05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22645" y="1669755"/>
                <a:ext cx="52704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CE27533-6771-765B-2D80-D598F2B3B6DC}"/>
                  </a:ext>
                </a:extLst>
              </p14:cNvPr>
              <p14:cNvContentPartPr/>
              <p14:nvPr/>
            </p14:nvContentPartPr>
            <p14:xfrm>
              <a:off x="857085" y="2247915"/>
              <a:ext cx="913680" cy="38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CE27533-6771-765B-2D80-D598F2B3B6D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3085" y="2139915"/>
                <a:ext cx="10213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BAC0172-D955-40C0-47AF-914261D9F481}"/>
                  </a:ext>
                </a:extLst>
              </p14:cNvPr>
              <p14:cNvContentPartPr/>
              <p14:nvPr/>
            </p14:nvContentPartPr>
            <p14:xfrm>
              <a:off x="781125" y="3038475"/>
              <a:ext cx="1667160" cy="142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BAC0172-D955-40C0-47AF-914261D9F48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7125" y="2930475"/>
                <a:ext cx="177480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D090994-0B54-7E56-4706-D926C92F542E}"/>
                  </a:ext>
                </a:extLst>
              </p14:cNvPr>
              <p14:cNvContentPartPr/>
              <p14:nvPr/>
            </p14:nvContentPartPr>
            <p14:xfrm>
              <a:off x="3448005" y="3028035"/>
              <a:ext cx="4914360" cy="75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D090994-0B54-7E56-4706-D926C92F542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94005" y="2920035"/>
                <a:ext cx="502200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7E7885C-611D-BFE4-C7FC-69B150363A99}"/>
                  </a:ext>
                </a:extLst>
              </p14:cNvPr>
              <p14:cNvContentPartPr/>
              <p14:nvPr/>
            </p14:nvContentPartPr>
            <p14:xfrm>
              <a:off x="666645" y="3503955"/>
              <a:ext cx="1675800" cy="40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7E7885C-611D-BFE4-C7FC-69B150363A9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2645" y="3396315"/>
                <a:ext cx="17834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96025C0-28ED-5A7E-A293-D1F25516703F}"/>
                  </a:ext>
                </a:extLst>
              </p14:cNvPr>
              <p14:cNvContentPartPr/>
              <p14:nvPr/>
            </p14:nvContentPartPr>
            <p14:xfrm>
              <a:off x="3705045" y="3466515"/>
              <a:ext cx="3181320" cy="106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96025C0-28ED-5A7E-A293-D1F25516703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51045" y="3358515"/>
                <a:ext cx="32889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F7C73D0-5345-321E-16DC-8A3A781CEA08}"/>
                  </a:ext>
                </a:extLst>
              </p14:cNvPr>
              <p14:cNvContentPartPr/>
              <p14:nvPr/>
            </p14:nvContentPartPr>
            <p14:xfrm>
              <a:off x="809565" y="5143035"/>
              <a:ext cx="2170440" cy="20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F7C73D0-5345-321E-16DC-8A3A781CEA0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5565" y="5035395"/>
                <a:ext cx="227808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8089BAA-FE4F-989F-6883-17276146C67A}"/>
                  </a:ext>
                </a:extLst>
              </p14:cNvPr>
              <p14:cNvContentPartPr/>
              <p14:nvPr/>
            </p14:nvContentPartPr>
            <p14:xfrm>
              <a:off x="3505245" y="5209995"/>
              <a:ext cx="4857120" cy="48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8089BAA-FE4F-989F-6883-17276146C67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51245" y="5101995"/>
                <a:ext cx="496476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BAAEED2-6686-B456-5A5A-06DE8CE0DD16}"/>
                  </a:ext>
                </a:extLst>
              </p14:cNvPr>
              <p14:cNvContentPartPr/>
              <p14:nvPr/>
            </p14:nvContentPartPr>
            <p14:xfrm>
              <a:off x="914325" y="5505195"/>
              <a:ext cx="2580480" cy="50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BAAEED2-6686-B456-5A5A-06DE8CE0DD1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0325" y="5397195"/>
                <a:ext cx="2688120" cy="26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7391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 Classifications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Purpose</a:t>
            </a:r>
          </a:p>
          <a:p>
            <a:pPr lvl="1"/>
            <a:r>
              <a:rPr lang="en-US" dirty="0"/>
              <a:t>Which reflects what a pattern does</a:t>
            </a:r>
          </a:p>
          <a:p>
            <a:pPr lvl="1"/>
            <a:r>
              <a:rPr lang="en-US" dirty="0"/>
              <a:t>Patterns can have either creational, structural, or behavioral purpose</a:t>
            </a:r>
          </a:p>
          <a:p>
            <a:pPr lvl="1"/>
            <a:endParaRPr lang="en-US" dirty="0"/>
          </a:p>
          <a:p>
            <a:r>
              <a:rPr lang="en-US" dirty="0"/>
              <a:t>Creational patterns concern the process of object creation (5 design patterns)</a:t>
            </a:r>
          </a:p>
          <a:p>
            <a:endParaRPr lang="en-US" dirty="0"/>
          </a:p>
          <a:p>
            <a:r>
              <a:rPr lang="en-US" dirty="0"/>
              <a:t>Structural patterns deal with the composition of classes or objects (7 design patterns)</a:t>
            </a:r>
          </a:p>
          <a:p>
            <a:endParaRPr lang="en-US" dirty="0"/>
          </a:p>
          <a:p>
            <a:r>
              <a:rPr lang="en-US" dirty="0"/>
              <a:t>Behavioral patterns characterize the ways in which classes or objects interact and distribute responsibility (11 design patterns)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80BA9B-D8E2-3B58-98D8-5E5E3552BD74}"/>
                  </a:ext>
                </a:extLst>
              </p14:cNvPr>
              <p14:cNvContentPartPr/>
              <p14:nvPr/>
            </p14:nvContentPartPr>
            <p14:xfrm>
              <a:off x="332205" y="665715"/>
              <a:ext cx="7797960" cy="859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80BA9B-D8E2-3B58-98D8-5E5E3552BD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205" y="558075"/>
                <a:ext cx="7905600" cy="10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DB6359-70CB-E417-6828-2E03A7209994}"/>
                  </a:ext>
                </a:extLst>
              </p14:cNvPr>
              <p14:cNvContentPartPr/>
              <p14:nvPr/>
            </p14:nvContentPartPr>
            <p14:xfrm>
              <a:off x="868245" y="1817205"/>
              <a:ext cx="1491840" cy="86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DB6359-70CB-E417-6828-2E03A72099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4245" y="1709205"/>
                <a:ext cx="159948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5D88F4-9408-3F06-0703-7DBEFB2FBD0D}"/>
                  </a:ext>
                </a:extLst>
              </p14:cNvPr>
              <p14:cNvContentPartPr/>
              <p14:nvPr/>
            </p14:nvContentPartPr>
            <p14:xfrm>
              <a:off x="1047885" y="2171595"/>
              <a:ext cx="364824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5D88F4-9408-3F06-0703-7DBEFB2FBD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3885" y="1955595"/>
                <a:ext cx="3755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317507-BE76-957C-FBCF-E14753BD47E1}"/>
                  </a:ext>
                </a:extLst>
              </p14:cNvPr>
              <p14:cNvContentPartPr/>
              <p14:nvPr/>
            </p14:nvContentPartPr>
            <p14:xfrm>
              <a:off x="1905045" y="2552475"/>
              <a:ext cx="1728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317507-BE76-957C-FBCF-E14753BD47E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51045" y="2444475"/>
                <a:ext cx="1249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59FA7D-2904-1B4F-0F25-1C5C6D1B0CE0}"/>
                  </a:ext>
                </a:extLst>
              </p14:cNvPr>
              <p14:cNvContentPartPr/>
              <p14:nvPr/>
            </p14:nvContentPartPr>
            <p14:xfrm>
              <a:off x="868245" y="2542755"/>
              <a:ext cx="1275840" cy="86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59FA7D-2904-1B4F-0F25-1C5C6D1B0CE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4605" y="2435115"/>
                <a:ext cx="138348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3FABE70-F28A-E7FD-D7C7-BDD263CDE447}"/>
                  </a:ext>
                </a:extLst>
              </p14:cNvPr>
              <p14:cNvContentPartPr/>
              <p14:nvPr/>
            </p14:nvContentPartPr>
            <p14:xfrm>
              <a:off x="3695685" y="2561115"/>
              <a:ext cx="1056600" cy="39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3FABE70-F28A-E7FD-D7C7-BDD263CDE44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41685" y="2453475"/>
                <a:ext cx="11642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93F49B2-7317-3454-3A9F-2C1A284A5D08}"/>
                  </a:ext>
                </a:extLst>
              </p14:cNvPr>
              <p14:cNvContentPartPr/>
              <p14:nvPr/>
            </p14:nvContentPartPr>
            <p14:xfrm>
              <a:off x="4952805" y="2513595"/>
              <a:ext cx="917640" cy="10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93F49B2-7317-3454-3A9F-2C1A284A5D0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898805" y="2405955"/>
                <a:ext cx="10252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F4FF23B-29CE-5F79-C3EE-79CF75C2F683}"/>
                  </a:ext>
                </a:extLst>
              </p14:cNvPr>
              <p14:cNvContentPartPr/>
              <p14:nvPr/>
            </p14:nvContentPartPr>
            <p14:xfrm>
              <a:off x="6410445" y="2457435"/>
              <a:ext cx="1856160" cy="86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F4FF23B-29CE-5F79-C3EE-79CF75C2F68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56445" y="2349435"/>
                <a:ext cx="196380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7E8743C-5FFD-A48E-2B56-E918E7BC338F}"/>
                  </a:ext>
                </a:extLst>
              </p14:cNvPr>
              <p14:cNvContentPartPr/>
              <p14:nvPr/>
            </p14:nvContentPartPr>
            <p14:xfrm>
              <a:off x="647565" y="3237195"/>
              <a:ext cx="2389680" cy="78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7E8743C-5FFD-A48E-2B56-E918E7BC338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93565" y="3129555"/>
                <a:ext cx="249732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E1C6E91-8F88-DD84-B794-62DC6A4F7FE7}"/>
                  </a:ext>
                </a:extLst>
              </p14:cNvPr>
              <p14:cNvContentPartPr/>
              <p14:nvPr/>
            </p14:nvContentPartPr>
            <p14:xfrm>
              <a:off x="3257565" y="3237915"/>
              <a:ext cx="4628520" cy="88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E1C6E91-8F88-DD84-B794-62DC6A4F7FE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203565" y="3129915"/>
                <a:ext cx="473616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E06AA28-B8F2-F260-E597-526763975249}"/>
                  </a:ext>
                </a:extLst>
              </p14:cNvPr>
              <p14:cNvContentPartPr/>
              <p14:nvPr/>
            </p14:nvContentPartPr>
            <p14:xfrm>
              <a:off x="704805" y="4371915"/>
              <a:ext cx="228672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E06AA28-B8F2-F260-E597-52676397524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50805" y="4155915"/>
                <a:ext cx="23943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83DFA8B-5494-A92A-9781-A7BA1E8B59AA}"/>
                  </a:ext>
                </a:extLst>
              </p14:cNvPr>
              <p14:cNvContentPartPr/>
              <p14:nvPr/>
            </p14:nvContentPartPr>
            <p14:xfrm>
              <a:off x="3143085" y="4343115"/>
              <a:ext cx="476280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83DFA8B-5494-A92A-9781-A7BA1E8B59A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089085" y="4127115"/>
                <a:ext cx="48704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EE24470-7205-6C63-7FD7-DDF9A90FCF0E}"/>
                  </a:ext>
                </a:extLst>
              </p14:cNvPr>
              <p14:cNvContentPartPr/>
              <p14:nvPr/>
            </p14:nvContentPartPr>
            <p14:xfrm>
              <a:off x="942765" y="4760715"/>
              <a:ext cx="858960" cy="21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EE24470-7205-6C63-7FD7-DDF9A90FCF0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88765" y="4652715"/>
                <a:ext cx="9666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31F95DF-FF4F-BBAF-074A-E2588920CDC0}"/>
                  </a:ext>
                </a:extLst>
              </p14:cNvPr>
              <p14:cNvContentPartPr/>
              <p14:nvPr/>
            </p14:nvContentPartPr>
            <p14:xfrm>
              <a:off x="819285" y="5553075"/>
              <a:ext cx="2219400" cy="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31F95DF-FF4F-BBAF-074A-E2588920CDC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65285" y="5337075"/>
                <a:ext cx="23270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7F9B0B5-9C68-F40B-9B11-687821924B50}"/>
                  </a:ext>
                </a:extLst>
              </p14:cNvPr>
              <p14:cNvContentPartPr/>
              <p14:nvPr/>
            </p14:nvContentPartPr>
            <p14:xfrm>
              <a:off x="3390765" y="5493315"/>
              <a:ext cx="4466520" cy="99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7F9B0B5-9C68-F40B-9B11-687821924B5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336765" y="5385675"/>
                <a:ext cx="457416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E8041AA-6A2B-2AEC-9F82-13F54BDE18E1}"/>
                  </a:ext>
                </a:extLst>
              </p14:cNvPr>
              <p14:cNvContentPartPr/>
              <p14:nvPr/>
            </p14:nvContentPartPr>
            <p14:xfrm>
              <a:off x="800205" y="5876715"/>
              <a:ext cx="1818360" cy="39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E8041AA-6A2B-2AEC-9F82-13F54BDE18E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46205" y="5768715"/>
                <a:ext cx="19260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79BC64-6C3F-5003-D877-1CB84FD30E46}"/>
                  </a:ext>
                </a:extLst>
              </p14:cNvPr>
              <p14:cNvContentPartPr/>
              <p14:nvPr/>
            </p14:nvContentPartPr>
            <p14:xfrm>
              <a:off x="3266925" y="5903715"/>
              <a:ext cx="2846880" cy="40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79BC64-6C3F-5003-D877-1CB84FD30E4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212925" y="5795715"/>
                <a:ext cx="29545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8DA3566-F7BE-5D84-3A29-900E3E77060F}"/>
                  </a:ext>
                </a:extLst>
              </p14:cNvPr>
              <p14:cNvContentPartPr/>
              <p14:nvPr/>
            </p14:nvContentPartPr>
            <p14:xfrm>
              <a:off x="4543485" y="3514755"/>
              <a:ext cx="3268080" cy="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8DA3566-F7BE-5D84-3A29-900E3E77060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534485" y="3496755"/>
                <a:ext cx="3285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76DE68A-C128-2208-6D15-A2DB3CC2E568}"/>
                  </a:ext>
                </a:extLst>
              </p14:cNvPr>
              <p14:cNvContentPartPr/>
              <p14:nvPr/>
            </p14:nvContentPartPr>
            <p14:xfrm>
              <a:off x="4371765" y="4552635"/>
              <a:ext cx="3076920" cy="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76DE68A-C128-2208-6D15-A2DB3CC2E56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362765" y="4534635"/>
                <a:ext cx="30945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DFF0375B-B56F-C2B5-1002-A0F746F2F562}"/>
              </a:ext>
            </a:extLst>
          </p:cNvPr>
          <p:cNvGrpSpPr/>
          <p:nvPr/>
        </p:nvGrpSpPr>
        <p:grpSpPr>
          <a:xfrm>
            <a:off x="965085" y="4914435"/>
            <a:ext cx="740160" cy="64080"/>
            <a:chOff x="965085" y="4914435"/>
            <a:chExt cx="740160" cy="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99C169-4BD8-8895-2130-CD2A7EA86133}"/>
                    </a:ext>
                  </a:extLst>
                </p14:cNvPr>
                <p14:cNvContentPartPr/>
                <p14:nvPr/>
              </p14:nvContentPartPr>
              <p14:xfrm>
                <a:off x="965085" y="4914435"/>
                <a:ext cx="469080" cy="48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99C169-4BD8-8895-2130-CD2A7EA8613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6085" y="4905435"/>
                  <a:ext cx="4867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971E36A-17A8-B7B7-7192-8FC897BB778C}"/>
                    </a:ext>
                  </a:extLst>
                </p14:cNvPr>
                <p14:cNvContentPartPr/>
                <p14:nvPr/>
              </p14:nvContentPartPr>
              <p14:xfrm>
                <a:off x="1302045" y="4914795"/>
                <a:ext cx="403200" cy="63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971E36A-17A8-B7B7-7192-8FC897BB778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293405" y="4905795"/>
                  <a:ext cx="42084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FCD5A47-D584-FE1A-F999-ACC8A5ABEC6E}"/>
                  </a:ext>
                </a:extLst>
              </p14:cNvPr>
              <p14:cNvContentPartPr/>
              <p14:nvPr/>
            </p14:nvContentPartPr>
            <p14:xfrm>
              <a:off x="3390765" y="5686275"/>
              <a:ext cx="4487040" cy="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FCD5A47-D584-FE1A-F999-ACC8A5ABEC6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381765" y="5668275"/>
                <a:ext cx="4504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888BA69-179B-FA6E-A8B0-56FE76F764F9}"/>
                  </a:ext>
                </a:extLst>
              </p14:cNvPr>
              <p14:cNvContentPartPr/>
              <p14:nvPr/>
            </p14:nvContentPartPr>
            <p14:xfrm>
              <a:off x="990645" y="6009915"/>
              <a:ext cx="1519560" cy="29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888BA69-179B-FA6E-A8B0-56FE76F764F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81645" y="6000915"/>
                <a:ext cx="1537200" cy="468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A080921-738B-387A-E4D6-94718652107E}"/>
              </a:ext>
            </a:extLst>
          </p:cNvPr>
          <p:cNvSpPr txBox="1"/>
          <p:nvPr/>
        </p:nvSpPr>
        <p:spPr>
          <a:xfrm>
            <a:off x="576224" y="2806477"/>
            <a:ext cx="89915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Creational</a:t>
            </a:r>
            <a:r>
              <a:rPr lang="en-US" sz="1600" baseline="0" dirty="0"/>
              <a:t> design patterns use to create objects  efficiently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9277D5-ADCC-EF13-749E-830EB9DB9BDC}"/>
              </a:ext>
            </a:extLst>
          </p:cNvPr>
          <p:cNvSpPr txBox="1"/>
          <p:nvPr/>
        </p:nvSpPr>
        <p:spPr>
          <a:xfrm>
            <a:off x="618881" y="3758340"/>
            <a:ext cx="8272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aseline="0" dirty="0"/>
              <a:t>Structural design patterns: used to ease the design by identifying a simple way to realize relationships between entities 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1DE764-F49A-A124-588F-8C62BC262387}"/>
              </a:ext>
            </a:extLst>
          </p:cNvPr>
          <p:cNvSpPr txBox="1"/>
          <p:nvPr/>
        </p:nvSpPr>
        <p:spPr>
          <a:xfrm>
            <a:off x="720761" y="4941435"/>
            <a:ext cx="8991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aseline="0" dirty="0"/>
              <a:t>Behavioral design patterns: identify common communication patterns between objects and realize these patterns to increase the flexibility in carrying the communication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4A4A664-AE56-6646-7EA2-657938ECDB3B}"/>
                  </a:ext>
                </a:extLst>
              </p14:cNvPr>
              <p14:cNvContentPartPr/>
              <p14:nvPr/>
            </p14:nvContentPartPr>
            <p14:xfrm>
              <a:off x="7938360" y="193595"/>
              <a:ext cx="1313280" cy="517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4A4A664-AE56-6646-7EA2-657938ECDB3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920360" y="175595"/>
                <a:ext cx="1348920" cy="55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FB3DFCD-742E-01DC-EE05-2C3FFBE4AAA3}"/>
                  </a:ext>
                </a:extLst>
              </p14:cNvPr>
              <p14:cNvContentPartPr/>
              <p14:nvPr/>
            </p14:nvContentPartPr>
            <p14:xfrm>
              <a:off x="8454960" y="161195"/>
              <a:ext cx="412560" cy="10620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FB3DFCD-742E-01DC-EE05-2C3FFBE4AAA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437320" y="143195"/>
                <a:ext cx="448200" cy="109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6374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 Classifications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Scope</a:t>
            </a:r>
          </a:p>
          <a:p>
            <a:pPr lvl="1"/>
            <a:r>
              <a:rPr lang="en-US" dirty="0"/>
              <a:t>Specifies whether the pattern applies primarily to classes or to objects</a:t>
            </a:r>
          </a:p>
          <a:p>
            <a:endParaRPr lang="en-US" dirty="0"/>
          </a:p>
          <a:p>
            <a:r>
              <a:rPr lang="en-US" dirty="0"/>
              <a:t>Class patterns (4 design patterns)</a:t>
            </a:r>
          </a:p>
          <a:p>
            <a:pPr lvl="1"/>
            <a:r>
              <a:rPr lang="en-US" dirty="0"/>
              <a:t>Deal with relationships between classes and their subclasses</a:t>
            </a:r>
          </a:p>
          <a:p>
            <a:pPr lvl="1"/>
            <a:r>
              <a:rPr lang="en-US" dirty="0"/>
              <a:t>These relationships are established through inheritance, so they are static—fixed at compile-time</a:t>
            </a:r>
          </a:p>
          <a:p>
            <a:endParaRPr lang="en-US" dirty="0"/>
          </a:p>
          <a:p>
            <a:r>
              <a:rPr lang="en-US" dirty="0"/>
              <a:t>Object patterns (20 design patterns)</a:t>
            </a:r>
          </a:p>
          <a:p>
            <a:pPr lvl="1"/>
            <a:r>
              <a:rPr lang="en-US" dirty="0"/>
              <a:t>Deal with object relationships</a:t>
            </a:r>
          </a:p>
          <a:p>
            <a:pPr lvl="1"/>
            <a:r>
              <a:rPr lang="en-US" dirty="0"/>
              <a:t>It can be changed at run-time and are more dynamic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40468B-987D-8A7F-672C-5EDC25037F17}"/>
                  </a:ext>
                </a:extLst>
              </p14:cNvPr>
              <p14:cNvContentPartPr/>
              <p14:nvPr/>
            </p14:nvContentPartPr>
            <p14:xfrm>
              <a:off x="838200" y="1847235"/>
              <a:ext cx="1218240" cy="77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40468B-987D-8A7F-672C-5EDC25037F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4200" y="1739235"/>
                <a:ext cx="13258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9523BB-CFF3-BC69-6271-52E292C911F2}"/>
                  </a:ext>
                </a:extLst>
              </p14:cNvPr>
              <p14:cNvContentPartPr/>
              <p14:nvPr/>
            </p14:nvContentPartPr>
            <p14:xfrm>
              <a:off x="571605" y="3314235"/>
              <a:ext cx="2018160" cy="144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9523BB-CFF3-BC69-6271-52E292C911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7605" y="3206595"/>
                <a:ext cx="212580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A401711-9CC1-7D71-1F54-C8C683965500}"/>
                  </a:ext>
                </a:extLst>
              </p14:cNvPr>
              <p14:cNvContentPartPr/>
              <p14:nvPr/>
            </p14:nvContentPartPr>
            <p14:xfrm>
              <a:off x="647565" y="5229075"/>
              <a:ext cx="202176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A401711-9CC1-7D71-1F54-C8C6839655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3565" y="5013075"/>
                <a:ext cx="21294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EFFDFDD-8F46-D45A-6638-4E3242CB83F0}"/>
                  </a:ext>
                </a:extLst>
              </p14:cNvPr>
              <p14:cNvContentPartPr/>
              <p14:nvPr/>
            </p14:nvContentPartPr>
            <p14:xfrm>
              <a:off x="990645" y="2247915"/>
              <a:ext cx="629640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EFFDFDD-8F46-D45A-6638-4E3242CB83F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6645" y="2031915"/>
                <a:ext cx="64040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F736320-6D63-E613-1EAB-BA47B2C29B4A}"/>
                  </a:ext>
                </a:extLst>
              </p14:cNvPr>
              <p14:cNvContentPartPr/>
              <p14:nvPr/>
            </p14:nvContentPartPr>
            <p14:xfrm>
              <a:off x="990645" y="2589555"/>
              <a:ext cx="627840" cy="59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F736320-6D63-E613-1EAB-BA47B2C29B4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36645" y="2481555"/>
                <a:ext cx="7354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5914285-C479-2EE9-B594-AE9A474237F5}"/>
                  </a:ext>
                </a:extLst>
              </p14:cNvPr>
              <p14:cNvContentPartPr/>
              <p14:nvPr/>
            </p14:nvContentPartPr>
            <p14:xfrm>
              <a:off x="1104765" y="3790875"/>
              <a:ext cx="672588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5914285-C479-2EE9-B594-AE9A474237F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50765" y="3574875"/>
                <a:ext cx="68335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B6250A1-A93D-C5F3-2188-306535A0C7AA}"/>
                  </a:ext>
                </a:extLst>
              </p14:cNvPr>
              <p14:cNvContentPartPr/>
              <p14:nvPr/>
            </p14:nvContentPartPr>
            <p14:xfrm>
              <a:off x="1066605" y="4171755"/>
              <a:ext cx="606024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B6250A1-A93D-C5F3-2188-306535A0C7A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12605" y="3955755"/>
                <a:ext cx="6167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B403C49-D620-7569-415F-FD70A5E5D601}"/>
                  </a:ext>
                </a:extLst>
              </p14:cNvPr>
              <p14:cNvContentPartPr/>
              <p14:nvPr/>
            </p14:nvContentPartPr>
            <p14:xfrm>
              <a:off x="1552605" y="4466595"/>
              <a:ext cx="294120" cy="29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B403C49-D620-7569-415F-FD70A5E5D6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98605" y="4358955"/>
                <a:ext cx="4017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98D1DF0-7853-9408-E3C2-9D396BA16792}"/>
                  </a:ext>
                </a:extLst>
              </p14:cNvPr>
              <p14:cNvContentPartPr/>
              <p14:nvPr/>
            </p14:nvContentPartPr>
            <p14:xfrm>
              <a:off x="1038165" y="5743515"/>
              <a:ext cx="312444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98D1DF0-7853-9408-E3C2-9D396BA167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84165" y="5527515"/>
                <a:ext cx="32320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72840F6-49F6-29F0-E871-561DD08BA9BA}"/>
                  </a:ext>
                </a:extLst>
              </p14:cNvPr>
              <p14:cNvContentPartPr/>
              <p14:nvPr/>
            </p14:nvContentPartPr>
            <p14:xfrm>
              <a:off x="1057245" y="6115035"/>
              <a:ext cx="5810760" cy="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72840F6-49F6-29F0-E871-561DD08BA9B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3245" y="5899035"/>
                <a:ext cx="59184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DD4DF8B-6BB0-755A-3E27-0BFEF100ECAD}"/>
                  </a:ext>
                </a:extLst>
              </p14:cNvPr>
              <p14:cNvContentPartPr/>
              <p14:nvPr/>
            </p14:nvContentPartPr>
            <p14:xfrm>
              <a:off x="1837365" y="4438515"/>
              <a:ext cx="2402280" cy="267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DD4DF8B-6BB0-755A-3E27-0BFEF100ECA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783725" y="4330515"/>
                <a:ext cx="2509920" cy="4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6186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Design Pattern Solve Design Problems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876800"/>
          </a:xfrm>
        </p:spPr>
        <p:txBody>
          <a:bodyPr/>
          <a:lstStyle/>
          <a:p>
            <a:r>
              <a:rPr lang="en-US" dirty="0"/>
              <a:t>Finding Appropriate Objects </a:t>
            </a:r>
          </a:p>
          <a:p>
            <a:r>
              <a:rPr lang="en-US" dirty="0"/>
              <a:t>Determining Object Granularity </a:t>
            </a:r>
          </a:p>
          <a:p>
            <a:r>
              <a:rPr lang="en-US" dirty="0"/>
              <a:t>Specifying Object Interfaces</a:t>
            </a:r>
          </a:p>
          <a:p>
            <a:r>
              <a:rPr lang="en-US" dirty="0"/>
              <a:t>Specifying Object Implementations</a:t>
            </a:r>
          </a:p>
          <a:p>
            <a:r>
              <a:rPr lang="en-US" dirty="0"/>
              <a:t>Putting Reuse Mechanisms to Work</a:t>
            </a:r>
          </a:p>
          <a:p>
            <a:r>
              <a:rPr lang="en-US" dirty="0"/>
              <a:t>Relating Run-Time and Compile </a:t>
            </a:r>
          </a:p>
          <a:p>
            <a:endParaRPr lang="en-US" dirty="0"/>
          </a:p>
          <a:p>
            <a:pPr lvl="2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F161972-44DF-6F3A-6441-A62D943542E3}"/>
                  </a:ext>
                </a:extLst>
              </p14:cNvPr>
              <p14:cNvContentPartPr/>
              <p14:nvPr/>
            </p14:nvContentPartPr>
            <p14:xfrm>
              <a:off x="764986" y="2030898"/>
              <a:ext cx="369288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F161972-44DF-6F3A-6441-A62D943542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0986" y="1814898"/>
                <a:ext cx="38005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CD0D669-F760-29E4-FF19-DCA117AC6F9B}"/>
                  </a:ext>
                </a:extLst>
              </p14:cNvPr>
              <p14:cNvContentPartPr/>
              <p14:nvPr/>
            </p14:nvContentPartPr>
            <p14:xfrm>
              <a:off x="843826" y="2496738"/>
              <a:ext cx="39924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CD0D669-F760-29E4-FF19-DCA117AC6F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826" y="2280738"/>
                <a:ext cx="41000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E92222B-45FF-39FF-59DA-9A0DE198A2BE}"/>
                  </a:ext>
                </a:extLst>
              </p14:cNvPr>
              <p14:cNvContentPartPr/>
              <p14:nvPr/>
            </p14:nvContentPartPr>
            <p14:xfrm>
              <a:off x="799906" y="2813538"/>
              <a:ext cx="362520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E92222B-45FF-39FF-59DA-9A0DE198A2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5906" y="2597538"/>
                <a:ext cx="37328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506252F-3366-1A2B-DD88-1F0BC4E55F29}"/>
                  </a:ext>
                </a:extLst>
              </p14:cNvPr>
              <p14:cNvContentPartPr/>
              <p14:nvPr/>
            </p14:nvContentPartPr>
            <p14:xfrm>
              <a:off x="736186" y="2910018"/>
              <a:ext cx="3782880" cy="120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506252F-3366-1A2B-DD88-1F0BC4E55F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2546" y="2802018"/>
                <a:ext cx="389052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1355732-1913-71FD-A80E-F2093B8A7CFE}"/>
                  </a:ext>
                </a:extLst>
              </p14:cNvPr>
              <p14:cNvContentPartPr/>
              <p14:nvPr/>
            </p14:nvContentPartPr>
            <p14:xfrm>
              <a:off x="843826" y="3437778"/>
              <a:ext cx="476928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1355732-1913-71FD-A80E-F2093B8A7CF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9826" y="3221778"/>
                <a:ext cx="48769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3F482F6-C1D1-158D-6F1B-E7153500A3B0}"/>
                  </a:ext>
                </a:extLst>
              </p14:cNvPr>
              <p14:cNvContentPartPr/>
              <p14:nvPr/>
            </p14:nvContentPartPr>
            <p14:xfrm>
              <a:off x="782626" y="3842058"/>
              <a:ext cx="474840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3F482F6-C1D1-158D-6F1B-E7153500A3B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8626" y="3626058"/>
                <a:ext cx="48560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A23CA38-988B-0C62-5B5B-E4EB7D2CE9B2}"/>
                  </a:ext>
                </a:extLst>
              </p14:cNvPr>
              <p14:cNvContentPartPr/>
              <p14:nvPr/>
            </p14:nvContentPartPr>
            <p14:xfrm>
              <a:off x="782626" y="4211058"/>
              <a:ext cx="442440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A23CA38-988B-0C62-5B5B-E4EB7D2CE9B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8626" y="3995058"/>
                <a:ext cx="453204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9905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Finding Appropriate Objects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Object-Oriented design made up of objects</a:t>
            </a:r>
          </a:p>
          <a:p>
            <a:pPr lvl="1"/>
            <a:endParaRPr lang="en-US" dirty="0"/>
          </a:p>
          <a:p>
            <a:r>
              <a:rPr lang="en-US" dirty="0"/>
              <a:t>Operations are the only way to change an object’s internal data</a:t>
            </a:r>
          </a:p>
          <a:p>
            <a:pPr lvl="1"/>
            <a:r>
              <a:rPr lang="en-US" dirty="0"/>
              <a:t>Object internal state is encapsulation</a:t>
            </a:r>
          </a:p>
          <a:p>
            <a:pPr lvl="1"/>
            <a:endParaRPr lang="en-US" dirty="0"/>
          </a:p>
          <a:p>
            <a:r>
              <a:rPr lang="en-US" dirty="0"/>
              <a:t>Object-Oriented design is decomposed into objects </a:t>
            </a:r>
          </a:p>
          <a:p>
            <a:pPr lvl="1"/>
            <a:r>
              <a:rPr lang="en-US" dirty="0"/>
              <a:t>Encapsulation, granularity, dependency, flexibility, performance, evolution, reusability, and so 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4DE3C40-0342-64D3-62E3-877C711E4150}"/>
                  </a:ext>
                </a:extLst>
              </p14:cNvPr>
              <p14:cNvContentPartPr/>
              <p14:nvPr/>
            </p14:nvContentPartPr>
            <p14:xfrm>
              <a:off x="1081066" y="850818"/>
              <a:ext cx="6008040" cy="452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4DE3C40-0342-64D3-62E3-877C711E41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7426" y="742818"/>
                <a:ext cx="6115680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A3D6706-C9C3-CA70-76BB-F16D8D70C895}"/>
                  </a:ext>
                </a:extLst>
              </p14:cNvPr>
              <p14:cNvContentPartPr/>
              <p14:nvPr/>
            </p14:nvContentPartPr>
            <p14:xfrm>
              <a:off x="720706" y="1899138"/>
              <a:ext cx="571644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A3D6706-C9C3-CA70-76BB-F16D8D70C8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6706" y="1683138"/>
                <a:ext cx="58240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D191018-DA75-709E-1AD5-F5BA26D45E40}"/>
                  </a:ext>
                </a:extLst>
              </p14:cNvPr>
              <p14:cNvContentPartPr/>
              <p14:nvPr/>
            </p14:nvContentPartPr>
            <p14:xfrm>
              <a:off x="773626" y="2602578"/>
              <a:ext cx="7773120" cy="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D191018-DA75-709E-1AD5-F5BA26D45E4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9626" y="2386578"/>
                <a:ext cx="78807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106A7F6-691A-8C41-8BAE-6798F26DA89A}"/>
                  </a:ext>
                </a:extLst>
              </p14:cNvPr>
              <p14:cNvContentPartPr/>
              <p14:nvPr/>
            </p14:nvContentPartPr>
            <p14:xfrm>
              <a:off x="931666" y="2926218"/>
              <a:ext cx="775080" cy="63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106A7F6-691A-8C41-8BAE-6798F26DA89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8026" y="2818218"/>
                <a:ext cx="88272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5A0E568-F4CC-3A3C-44C1-2A176DF6C399}"/>
                  </a:ext>
                </a:extLst>
              </p14:cNvPr>
              <p14:cNvContentPartPr/>
              <p14:nvPr/>
            </p14:nvContentPartPr>
            <p14:xfrm>
              <a:off x="1248466" y="3401418"/>
              <a:ext cx="4140360" cy="63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5A0E568-F4CC-3A3C-44C1-2A176DF6C39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94466" y="3293418"/>
                <a:ext cx="424800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475BAAD-EDD7-481D-7CF2-A8377539DC25}"/>
                  </a:ext>
                </a:extLst>
              </p14:cNvPr>
              <p14:cNvContentPartPr/>
              <p14:nvPr/>
            </p14:nvContentPartPr>
            <p14:xfrm>
              <a:off x="993586" y="4167498"/>
              <a:ext cx="6550560" cy="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475BAAD-EDD7-481D-7CF2-A8377539DC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9586" y="3951498"/>
                <a:ext cx="6658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D772410-361C-32CA-25E5-DB2BDECE5457}"/>
                  </a:ext>
                </a:extLst>
              </p14:cNvPr>
              <p14:cNvContentPartPr/>
              <p14:nvPr/>
            </p14:nvContentPartPr>
            <p14:xfrm>
              <a:off x="4079146" y="2039538"/>
              <a:ext cx="2357280" cy="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D772410-361C-32CA-25E5-DB2BDECE54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70146" y="2021538"/>
                <a:ext cx="23749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6A8B3BF-7C43-D09F-204F-08F6AC4E56DE}"/>
                  </a:ext>
                </a:extLst>
              </p14:cNvPr>
              <p14:cNvContentPartPr/>
              <p14:nvPr/>
            </p14:nvContentPartPr>
            <p14:xfrm>
              <a:off x="782626" y="2778258"/>
              <a:ext cx="4660200" cy="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6A8B3BF-7C43-D09F-204F-08F6AC4E56D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3626" y="2760258"/>
                <a:ext cx="4677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73C95A8-A063-9AF0-9FC2-099451AB5128}"/>
                  </a:ext>
                </a:extLst>
              </p14:cNvPr>
              <p14:cNvContentPartPr/>
              <p14:nvPr/>
            </p14:nvContentPartPr>
            <p14:xfrm>
              <a:off x="4683586" y="2364618"/>
              <a:ext cx="1300680" cy="432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73C95A8-A063-9AF0-9FC2-099451AB512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674946" y="2355618"/>
                <a:ext cx="1318320" cy="45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9134E755-1B3A-5495-C308-7C11D024EFE8}"/>
              </a:ext>
            </a:extLst>
          </p:cNvPr>
          <p:cNvGrpSpPr/>
          <p:nvPr/>
        </p:nvGrpSpPr>
        <p:grpSpPr>
          <a:xfrm>
            <a:off x="896746" y="2203698"/>
            <a:ext cx="1459800" cy="355680"/>
            <a:chOff x="896746" y="2203698"/>
            <a:chExt cx="145980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1275085-9AA1-962E-066A-83E29F11F77C}"/>
                    </a:ext>
                  </a:extLst>
                </p14:cNvPr>
                <p14:cNvContentPartPr/>
                <p14:nvPr/>
              </p14:nvContentPartPr>
              <p14:xfrm>
                <a:off x="896746" y="2352018"/>
                <a:ext cx="243000" cy="163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1275085-9AA1-962E-066A-83E29F11F7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8106" y="2343378"/>
                  <a:ext cx="260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8EC735-C7AF-88DC-AD21-B4CAD762ABBA}"/>
                    </a:ext>
                  </a:extLst>
                </p14:cNvPr>
                <p14:cNvContentPartPr/>
                <p14:nvPr/>
              </p14:nvContentPartPr>
              <p14:xfrm>
                <a:off x="1151626" y="2364978"/>
                <a:ext cx="200520" cy="169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8EC735-C7AF-88DC-AD21-B4CAD762AB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42986" y="2356338"/>
                  <a:ext cx="218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007A3B1-3C5B-931A-8226-1F660BC8DE67}"/>
                    </a:ext>
                  </a:extLst>
                </p14:cNvPr>
                <p14:cNvContentPartPr/>
                <p14:nvPr/>
              </p14:nvContentPartPr>
              <p14:xfrm>
                <a:off x="1353226" y="2326458"/>
                <a:ext cx="172080" cy="153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007A3B1-3C5B-931A-8226-1F660BC8DE6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44586" y="2317458"/>
                  <a:ext cx="189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601528F-8579-3ED7-4E29-91AAF1979AFA}"/>
                    </a:ext>
                  </a:extLst>
                </p14:cNvPr>
                <p14:cNvContentPartPr/>
                <p14:nvPr/>
              </p14:nvContentPartPr>
              <p14:xfrm>
                <a:off x="1388866" y="2203698"/>
                <a:ext cx="16200" cy="214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601528F-8579-3ED7-4E29-91AAF1979AF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79866" y="2195058"/>
                  <a:ext cx="338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AC08FA8-878B-2BD5-3C8B-42E9FEF84CAA}"/>
                    </a:ext>
                  </a:extLst>
                </p14:cNvPr>
                <p14:cNvContentPartPr/>
                <p14:nvPr/>
              </p14:nvContentPartPr>
              <p14:xfrm>
                <a:off x="1327306" y="2285418"/>
                <a:ext cx="166320" cy="9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AC08FA8-878B-2BD5-3C8B-42E9FEF84CA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18666" y="2276778"/>
                  <a:ext cx="1839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5BAE61-C823-3EE6-2B8D-6CCC72018A85}"/>
                    </a:ext>
                  </a:extLst>
                </p14:cNvPr>
                <p14:cNvContentPartPr/>
                <p14:nvPr/>
              </p14:nvContentPartPr>
              <p14:xfrm>
                <a:off x="1652746" y="2206578"/>
                <a:ext cx="156960" cy="352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5BAE61-C823-3EE6-2B8D-6CCC72018A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44106" y="2197938"/>
                  <a:ext cx="1746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37F6A55-A387-0559-7ABA-D4827310F375}"/>
                    </a:ext>
                  </a:extLst>
                </p14:cNvPr>
                <p14:cNvContentPartPr/>
                <p14:nvPr/>
              </p14:nvContentPartPr>
              <p14:xfrm>
                <a:off x="1829146" y="2291178"/>
                <a:ext cx="80640" cy="167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37F6A55-A387-0559-7ABA-D4827310F37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20506" y="2282178"/>
                  <a:ext cx="98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3FBA10B-77BF-5692-424D-86B1FEC2452D}"/>
                    </a:ext>
                  </a:extLst>
                </p14:cNvPr>
                <p14:cNvContentPartPr/>
                <p14:nvPr/>
              </p14:nvContentPartPr>
              <p14:xfrm>
                <a:off x="1980346" y="2206578"/>
                <a:ext cx="132480" cy="264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3FBA10B-77BF-5692-424D-86B1FEC2452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71346" y="2197938"/>
                  <a:ext cx="1501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3ECEA1-5B05-69D9-D1BF-E38D36E24B11}"/>
                    </a:ext>
                  </a:extLst>
                </p14:cNvPr>
                <p14:cNvContentPartPr/>
                <p14:nvPr/>
              </p14:nvContentPartPr>
              <p14:xfrm>
                <a:off x="2165386" y="2241498"/>
                <a:ext cx="191160" cy="305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3ECEA1-5B05-69D9-D1BF-E38D36E24B1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56746" y="2232498"/>
                  <a:ext cx="208800" cy="32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73A3612-92AF-CD72-FEED-D3C9794C51E2}"/>
                  </a:ext>
                </a:extLst>
              </p14:cNvPr>
              <p14:cNvContentPartPr/>
              <p14:nvPr/>
            </p14:nvContentPartPr>
            <p14:xfrm>
              <a:off x="6734866" y="2829378"/>
              <a:ext cx="1346400" cy="1256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73A3612-92AF-CD72-FEED-D3C9794C51E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25866" y="2820738"/>
                <a:ext cx="13640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623ED73-457E-A3B1-B143-B8B81CCDC936}"/>
                  </a:ext>
                </a:extLst>
              </p14:cNvPr>
              <p14:cNvContentPartPr/>
              <p14:nvPr/>
            </p14:nvContentPartPr>
            <p14:xfrm>
              <a:off x="773626" y="3181458"/>
              <a:ext cx="483480" cy="20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623ED73-457E-A3B1-B143-B8B81CCDC93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4986" y="3172458"/>
                <a:ext cx="50112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9B39B294-A85D-9F51-900C-E44BFCA7DFB3}"/>
              </a:ext>
            </a:extLst>
          </p:cNvPr>
          <p:cNvGrpSpPr/>
          <p:nvPr/>
        </p:nvGrpSpPr>
        <p:grpSpPr>
          <a:xfrm>
            <a:off x="470908" y="4884978"/>
            <a:ext cx="7724520" cy="1764360"/>
            <a:chOff x="470908" y="4884978"/>
            <a:chExt cx="7724520" cy="176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E166A44-516D-7954-F2CE-7CE7F6902A17}"/>
                    </a:ext>
                  </a:extLst>
                </p14:cNvPr>
                <p14:cNvContentPartPr/>
                <p14:nvPr/>
              </p14:nvContentPartPr>
              <p14:xfrm>
                <a:off x="6486508" y="4884978"/>
                <a:ext cx="1708920" cy="1033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E166A44-516D-7954-F2CE-7CE7F6902A1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68868" y="4866978"/>
                  <a:ext cx="1744560" cy="10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CDA70A9-30F4-5B7C-9633-4470FB903D9E}"/>
                    </a:ext>
                  </a:extLst>
                </p14:cNvPr>
                <p14:cNvContentPartPr/>
                <p14:nvPr/>
              </p14:nvContentPartPr>
              <p14:xfrm>
                <a:off x="4337668" y="5369898"/>
                <a:ext cx="3435120" cy="768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CDA70A9-30F4-5B7C-9633-4470FB903D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19668" y="5351898"/>
                  <a:ext cx="347076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5589BA7-5AB5-0143-4CDF-DCE680E1DD3C}"/>
                    </a:ext>
                  </a:extLst>
                </p14:cNvPr>
                <p14:cNvContentPartPr/>
                <p14:nvPr/>
              </p14:nvContentPartPr>
              <p14:xfrm>
                <a:off x="7705468" y="5169738"/>
                <a:ext cx="14400" cy="108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5589BA7-5AB5-0143-4CDF-DCE680E1DD3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87468" y="5151738"/>
                  <a:ext cx="500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1FE00E3-63A3-D10B-270D-B5EE8B5E217F}"/>
                    </a:ext>
                  </a:extLst>
                </p14:cNvPr>
                <p14:cNvContentPartPr/>
                <p14:nvPr/>
              </p14:nvContentPartPr>
              <p14:xfrm>
                <a:off x="2556028" y="5583018"/>
                <a:ext cx="1006920" cy="413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1FE00E3-63A3-D10B-270D-B5EE8B5E217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38388" y="5565378"/>
                  <a:ext cx="104256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EB62B0C-5DA5-2BB4-50FF-9BA2856742A3}"/>
                    </a:ext>
                  </a:extLst>
                </p14:cNvPr>
                <p14:cNvContentPartPr/>
                <p14:nvPr/>
              </p14:nvContentPartPr>
              <p14:xfrm>
                <a:off x="2276668" y="5099178"/>
                <a:ext cx="79920" cy="275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EB62B0C-5DA5-2BB4-50FF-9BA2856742A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59028" y="5081538"/>
                  <a:ext cx="1155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6B3EA8C-E664-1558-2895-6EF33BD27706}"/>
                    </a:ext>
                  </a:extLst>
                </p14:cNvPr>
                <p14:cNvContentPartPr/>
                <p14:nvPr/>
              </p14:nvContentPartPr>
              <p14:xfrm>
                <a:off x="570988" y="5643138"/>
                <a:ext cx="1704600" cy="415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6B3EA8C-E664-1558-2895-6EF33BD2770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3348" y="5625138"/>
                  <a:ext cx="174024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73F30F3-7A28-582E-53B1-720D7FBD86D6}"/>
                    </a:ext>
                  </a:extLst>
                </p14:cNvPr>
                <p14:cNvContentPartPr/>
                <p14:nvPr/>
              </p14:nvContentPartPr>
              <p14:xfrm>
                <a:off x="470908" y="5469258"/>
                <a:ext cx="434880" cy="6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73F30F3-7A28-582E-53B1-720D7FBD86D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3268" y="5451258"/>
                  <a:ext cx="470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4214B8E-AB94-59B9-941B-BB877D1D8C27}"/>
                    </a:ext>
                  </a:extLst>
                </p14:cNvPr>
                <p14:cNvContentPartPr/>
                <p14:nvPr/>
              </p14:nvContentPartPr>
              <p14:xfrm>
                <a:off x="2328148" y="5187378"/>
                <a:ext cx="45360" cy="501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4214B8E-AB94-59B9-941B-BB877D1D8C2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10148" y="5169378"/>
                  <a:ext cx="8100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F6F2758-1AAE-D2CB-4900-37AF6E21A853}"/>
                    </a:ext>
                  </a:extLst>
                </p14:cNvPr>
                <p14:cNvContentPartPr/>
                <p14:nvPr/>
              </p14:nvContentPartPr>
              <p14:xfrm>
                <a:off x="4412548" y="6463218"/>
                <a:ext cx="1472040" cy="186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F6F2758-1AAE-D2CB-4900-37AF6E21A85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94548" y="6445578"/>
                  <a:ext cx="1507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50B252-5E3A-8596-8BB9-77435FEFD4BE}"/>
                    </a:ext>
                  </a:extLst>
                </p14:cNvPr>
                <p14:cNvContentPartPr/>
                <p14:nvPr/>
              </p14:nvContentPartPr>
              <p14:xfrm>
                <a:off x="4747348" y="6295098"/>
                <a:ext cx="39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50B252-5E3A-8596-8BB9-77435FEFD4B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29708" y="6277458"/>
                  <a:ext cx="39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9D57B19-9B32-EAED-5224-2524EF45F789}"/>
                    </a:ext>
                  </a:extLst>
                </p14:cNvPr>
                <p14:cNvContentPartPr/>
                <p14:nvPr/>
              </p14:nvContentPartPr>
              <p14:xfrm>
                <a:off x="2144908" y="6190698"/>
                <a:ext cx="1998000" cy="414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9D57B19-9B32-EAED-5224-2524EF45F78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26908" y="6172698"/>
                  <a:ext cx="203364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9344944-C794-FDF0-4804-809AB79D1B07}"/>
                    </a:ext>
                  </a:extLst>
                </p14:cNvPr>
                <p14:cNvContentPartPr/>
                <p14:nvPr/>
              </p14:nvContentPartPr>
              <p14:xfrm>
                <a:off x="2874988" y="6137058"/>
                <a:ext cx="39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9344944-C794-FDF0-4804-809AB79D1B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56988" y="6119058"/>
                  <a:ext cx="396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52DD140-D107-D0D5-69F4-4118AAC71EF9}"/>
                  </a:ext>
                </a:extLst>
              </p14:cNvPr>
              <p14:cNvContentPartPr/>
              <p14:nvPr/>
            </p14:nvContentPartPr>
            <p14:xfrm>
              <a:off x="6648508" y="474978"/>
              <a:ext cx="2954160" cy="1600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52DD140-D107-D0D5-69F4-4118AAC71EF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630508" y="456978"/>
                <a:ext cx="2989800" cy="163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48956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Finding Appropriate Objects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Many objects in a design come from the design model</a:t>
            </a:r>
          </a:p>
          <a:p>
            <a:pPr lvl="1"/>
            <a:r>
              <a:rPr lang="en-US" dirty="0"/>
              <a:t>Many classes have no match in real world </a:t>
            </a:r>
          </a:p>
          <a:p>
            <a:pPr lvl="1"/>
            <a:endParaRPr lang="en-US" dirty="0"/>
          </a:p>
          <a:p>
            <a:r>
              <a:rPr lang="en-US" dirty="0"/>
              <a:t>Strict modeling of the real world leads to a systems that reflect today’s need but not flexible to to be used in the future </a:t>
            </a:r>
          </a:p>
          <a:p>
            <a:endParaRPr lang="en-US" dirty="0"/>
          </a:p>
          <a:p>
            <a:r>
              <a:rPr lang="en-US" dirty="0"/>
              <a:t>Design patterns help to make a flexible design </a:t>
            </a:r>
          </a:p>
          <a:p>
            <a:pPr lvl="1"/>
            <a:r>
              <a:rPr lang="en-US" dirty="0"/>
              <a:t>Composite pattern helps to identify objects that does not have a physical match in real world at uniform level of abstraction</a:t>
            </a:r>
          </a:p>
          <a:p>
            <a:pPr marL="274320" lvl="1" indent="0">
              <a:buNone/>
            </a:pPr>
            <a:endParaRPr lang="en-US" dirty="0"/>
          </a:p>
          <a:p>
            <a:pPr lvl="1"/>
            <a:r>
              <a:rPr lang="en-US" dirty="0"/>
              <a:t>Algorithms are not part of nature but a crucial part of a flexible system. Strategy pattern describes how to implement interchangeable families of algorithms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DA44102-42A3-95D4-0817-FA7EB9E245FD}"/>
                  </a:ext>
                </a:extLst>
              </p14:cNvPr>
              <p14:cNvContentPartPr/>
              <p14:nvPr/>
            </p14:nvContentPartPr>
            <p14:xfrm>
              <a:off x="738346" y="1872498"/>
              <a:ext cx="725400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DA44102-42A3-95D4-0817-FA7EB9E245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4346" y="1656498"/>
                <a:ext cx="73616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A0CE6AC-FCBF-C50F-F131-54CAAABB2BE5}"/>
                  </a:ext>
                </a:extLst>
              </p14:cNvPr>
              <p14:cNvContentPartPr/>
              <p14:nvPr/>
            </p14:nvContentPartPr>
            <p14:xfrm>
              <a:off x="1705666" y="2189298"/>
              <a:ext cx="40896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A0CE6AC-FCBF-C50F-F131-54CAAABB2B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51666" y="1973298"/>
                <a:ext cx="41972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83C76AB-4BF4-A686-69AB-430362F89023}"/>
                  </a:ext>
                </a:extLst>
              </p14:cNvPr>
              <p14:cNvContentPartPr/>
              <p14:nvPr/>
            </p14:nvContentPartPr>
            <p14:xfrm>
              <a:off x="861466" y="2875098"/>
              <a:ext cx="743004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83C76AB-4BF4-A686-69AB-430362F890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7466" y="2659098"/>
                <a:ext cx="75376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371E091-0237-0CC2-AFA5-EC11DE1CD205}"/>
                  </a:ext>
                </a:extLst>
              </p14:cNvPr>
              <p14:cNvContentPartPr/>
              <p14:nvPr/>
            </p14:nvContentPartPr>
            <p14:xfrm>
              <a:off x="826186" y="3235458"/>
              <a:ext cx="731592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371E091-0237-0CC2-AFA5-EC11DE1CD20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2186" y="3019458"/>
                <a:ext cx="74235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920313A-2717-B94E-E136-629EDA0B9CE9}"/>
                  </a:ext>
                </a:extLst>
              </p14:cNvPr>
              <p14:cNvContentPartPr/>
              <p14:nvPr/>
            </p14:nvContentPartPr>
            <p14:xfrm>
              <a:off x="729706" y="3446058"/>
              <a:ext cx="805680" cy="53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920313A-2717-B94E-E136-629EDA0B9CE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5706" y="3338418"/>
                <a:ext cx="91332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7379E41-876A-F0D5-F564-A955CA6265C3}"/>
                  </a:ext>
                </a:extLst>
              </p14:cNvPr>
              <p14:cNvContentPartPr/>
              <p14:nvPr/>
            </p14:nvContentPartPr>
            <p14:xfrm>
              <a:off x="755986" y="4299258"/>
              <a:ext cx="6075720" cy="61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7379E41-876A-F0D5-F564-A955CA6265C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1986" y="4191258"/>
                <a:ext cx="618336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C008640-7EF7-CC82-B207-255382ABC66C}"/>
                  </a:ext>
                </a:extLst>
              </p14:cNvPr>
              <p14:cNvContentPartPr/>
              <p14:nvPr/>
            </p14:nvContentPartPr>
            <p14:xfrm>
              <a:off x="1160266" y="4756458"/>
              <a:ext cx="697356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C008640-7EF7-CC82-B207-255382ABC66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06266" y="4540458"/>
                <a:ext cx="7081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D0389A4-C15E-180B-7A55-5B34C4EF2D17}"/>
                  </a:ext>
                </a:extLst>
              </p14:cNvPr>
              <p14:cNvContentPartPr/>
              <p14:nvPr/>
            </p14:nvContentPartPr>
            <p14:xfrm>
              <a:off x="1107706" y="4949418"/>
              <a:ext cx="1686600" cy="194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D0389A4-C15E-180B-7A55-5B34C4EF2D1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53706" y="4841778"/>
                <a:ext cx="179424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C929777-357E-72DE-2B8E-75B083F2BF48}"/>
                  </a:ext>
                </a:extLst>
              </p14:cNvPr>
              <p14:cNvContentPartPr/>
              <p14:nvPr/>
            </p14:nvContentPartPr>
            <p14:xfrm>
              <a:off x="1046146" y="5644578"/>
              <a:ext cx="7008120" cy="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C929777-357E-72DE-2B8E-75B083F2BF4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92146" y="5428578"/>
                <a:ext cx="71157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6E66A08-AA22-2490-D42A-FF8973EB830F}"/>
                  </a:ext>
                </a:extLst>
              </p14:cNvPr>
              <p14:cNvContentPartPr/>
              <p14:nvPr/>
            </p14:nvContentPartPr>
            <p14:xfrm>
              <a:off x="984586" y="5784618"/>
              <a:ext cx="877680" cy="2401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6E66A08-AA22-2490-D42A-FF8973EB830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0586" y="5676978"/>
                <a:ext cx="985320" cy="45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348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Determining Object Granularity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decide what should be an object?</a:t>
            </a:r>
          </a:p>
          <a:p>
            <a:endParaRPr lang="en-US" dirty="0"/>
          </a:p>
          <a:p>
            <a:r>
              <a:rPr lang="en-US" dirty="0"/>
              <a:t>Design patterns describes how decompose an object into smaller objects</a:t>
            </a:r>
          </a:p>
          <a:p>
            <a:pPr lvl="1"/>
            <a:r>
              <a:rPr lang="en-US" dirty="0"/>
              <a:t>Abstract Factory and Builder patterns produce objects who’s responsible for creating another objects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Visitor and Command patterns produce objects who’s only responsible to implement request on another object or group of objects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D45EE9-B667-E437-4262-E407D75E276B}"/>
                  </a:ext>
                </a:extLst>
              </p14:cNvPr>
              <p14:cNvContentPartPr/>
              <p14:nvPr/>
            </p14:nvContentPartPr>
            <p14:xfrm>
              <a:off x="554026" y="1775298"/>
              <a:ext cx="5693400" cy="65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D45EE9-B667-E437-4262-E407D75E27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026" y="1667658"/>
                <a:ext cx="580104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5BA84B6-3631-37D1-2D70-A38667D29901}"/>
                  </a:ext>
                </a:extLst>
              </p14:cNvPr>
              <p14:cNvContentPartPr/>
              <p14:nvPr/>
            </p14:nvContentPartPr>
            <p14:xfrm>
              <a:off x="843826" y="2733978"/>
              <a:ext cx="757980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5BA84B6-3631-37D1-2D70-A38667D2990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9826" y="2517978"/>
                <a:ext cx="76874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C4CEF1A-54BE-4F1F-1E09-C02188BA3677}"/>
                  </a:ext>
                </a:extLst>
              </p14:cNvPr>
              <p14:cNvContentPartPr/>
              <p14:nvPr/>
            </p14:nvContentPartPr>
            <p14:xfrm>
              <a:off x="791266" y="3076338"/>
              <a:ext cx="1928160" cy="33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C4CEF1A-54BE-4F1F-1E09-C02188BA36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7266" y="2968338"/>
                <a:ext cx="20358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24A2404-5F69-ED06-51FD-078F4E4FB024}"/>
                  </a:ext>
                </a:extLst>
              </p14:cNvPr>
              <p14:cNvContentPartPr/>
              <p14:nvPr/>
            </p14:nvContentPartPr>
            <p14:xfrm>
              <a:off x="1098706" y="3401058"/>
              <a:ext cx="1678680" cy="81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24A2404-5F69-ED06-51FD-078F4E4FB0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5066" y="3293418"/>
                <a:ext cx="17863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327D55C-7559-D149-9BCB-9C134B9F5BE1}"/>
                  </a:ext>
                </a:extLst>
              </p14:cNvPr>
              <p14:cNvContentPartPr/>
              <p14:nvPr/>
            </p14:nvContentPartPr>
            <p14:xfrm>
              <a:off x="3490546" y="3490338"/>
              <a:ext cx="163620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327D55C-7559-D149-9BCB-9C134B9F5BE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36546" y="3274338"/>
                <a:ext cx="17438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A42F09D-FB8C-C26D-8C17-15711FFC6CCC}"/>
                  </a:ext>
                </a:extLst>
              </p14:cNvPr>
              <p14:cNvContentPartPr/>
              <p14:nvPr/>
            </p14:nvContentPartPr>
            <p14:xfrm>
              <a:off x="6382786" y="3420138"/>
              <a:ext cx="1468800" cy="26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A42F09D-FB8C-C26D-8C17-15711FFC6CC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28786" y="3312138"/>
                <a:ext cx="157644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71617EF-3B15-9947-22FA-4326C8E28765}"/>
                  </a:ext>
                </a:extLst>
              </p14:cNvPr>
              <p14:cNvContentPartPr/>
              <p14:nvPr/>
            </p14:nvContentPartPr>
            <p14:xfrm>
              <a:off x="1019866" y="3798138"/>
              <a:ext cx="437004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71617EF-3B15-9947-22FA-4326C8E2876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65866" y="3690138"/>
                <a:ext cx="4477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8171816-0C35-B3D4-2D85-555C784B1603}"/>
                  </a:ext>
                </a:extLst>
              </p14:cNvPr>
              <p14:cNvContentPartPr/>
              <p14:nvPr/>
            </p14:nvContentPartPr>
            <p14:xfrm>
              <a:off x="1090066" y="4492578"/>
              <a:ext cx="322740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8171816-0C35-B3D4-2D85-555C784B160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36066" y="4276578"/>
                <a:ext cx="33350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78C7436-FA9F-C713-AE1C-7444650CE5F8}"/>
                  </a:ext>
                </a:extLst>
              </p14:cNvPr>
              <p14:cNvContentPartPr/>
              <p14:nvPr/>
            </p14:nvContentPartPr>
            <p14:xfrm>
              <a:off x="5618146" y="4431378"/>
              <a:ext cx="185616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78C7436-FA9F-C713-AE1C-7444650CE5F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564146" y="4215378"/>
                <a:ext cx="19638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F6A26A7-0AA1-1D5F-C3F7-C77E5BF62A4D}"/>
                  </a:ext>
                </a:extLst>
              </p14:cNvPr>
              <p14:cNvContentPartPr/>
              <p14:nvPr/>
            </p14:nvContentPartPr>
            <p14:xfrm>
              <a:off x="1116346" y="4774098"/>
              <a:ext cx="362304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F6A26A7-0AA1-1D5F-C3F7-C77E5BF62A4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62346" y="4558098"/>
                <a:ext cx="37306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713FEDE-DA93-A931-27FB-9C4588566EB6}"/>
                  </a:ext>
                </a:extLst>
              </p14:cNvPr>
              <p14:cNvContentPartPr/>
              <p14:nvPr/>
            </p14:nvContentPartPr>
            <p14:xfrm>
              <a:off x="5204866" y="4765098"/>
              <a:ext cx="1495080" cy="132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713FEDE-DA93-A931-27FB-9C4588566EB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150866" y="4657458"/>
                <a:ext cx="160272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5C5A1CF-1031-A05B-675A-F163C19CD16C}"/>
                  </a:ext>
                </a:extLst>
              </p14:cNvPr>
              <p14:cNvContentPartPr/>
              <p14:nvPr/>
            </p14:nvContentPartPr>
            <p14:xfrm>
              <a:off x="3138466" y="2883738"/>
              <a:ext cx="4707000" cy="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5C5A1CF-1031-A05B-675A-F163C19CD16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129466" y="2865738"/>
                <a:ext cx="4724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160BCD5-99EB-7A61-1A35-BFE8E711530E}"/>
                  </a:ext>
                </a:extLst>
              </p14:cNvPr>
              <p14:cNvContentPartPr/>
              <p14:nvPr/>
            </p14:nvContentPartPr>
            <p14:xfrm>
              <a:off x="712066" y="3235458"/>
              <a:ext cx="1935720" cy="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160BCD5-99EB-7A61-1A35-BFE8E711530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03066" y="3217458"/>
                <a:ext cx="1953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62C358F-6A2A-1A67-A22D-AB50908B48E6}"/>
                  </a:ext>
                </a:extLst>
              </p14:cNvPr>
              <p14:cNvContentPartPr/>
              <p14:nvPr/>
            </p14:nvContentPartPr>
            <p14:xfrm>
              <a:off x="1002226" y="3604458"/>
              <a:ext cx="1553760" cy="64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62C358F-6A2A-1A67-A22D-AB50908B48E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93226" y="3595818"/>
                <a:ext cx="15714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B383233-1D08-CD12-BDD3-71577EB784FB}"/>
                  </a:ext>
                </a:extLst>
              </p14:cNvPr>
              <p14:cNvContentPartPr/>
              <p14:nvPr/>
            </p14:nvContentPartPr>
            <p14:xfrm>
              <a:off x="3455266" y="3657738"/>
              <a:ext cx="1663200" cy="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B383233-1D08-CD12-BDD3-71577EB784F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446266" y="3639738"/>
                <a:ext cx="1680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48BE100-4E85-44A2-CB77-181978104F7A}"/>
                  </a:ext>
                </a:extLst>
              </p14:cNvPr>
              <p14:cNvContentPartPr/>
              <p14:nvPr/>
            </p14:nvContentPartPr>
            <p14:xfrm>
              <a:off x="2804746" y="3868338"/>
              <a:ext cx="2728080" cy="106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48BE100-4E85-44A2-CB77-181978104F7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795746" y="3859338"/>
                <a:ext cx="2745720" cy="12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84C7925C-EA80-B583-140A-C1EB84B12CF8}"/>
              </a:ext>
            </a:extLst>
          </p:cNvPr>
          <p:cNvGrpSpPr/>
          <p:nvPr/>
        </p:nvGrpSpPr>
        <p:grpSpPr>
          <a:xfrm>
            <a:off x="923026" y="4614978"/>
            <a:ext cx="3528360" cy="55800"/>
            <a:chOff x="923026" y="4614978"/>
            <a:chExt cx="3528360" cy="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3C302A6-1DEF-BCCD-268D-4BA1E1904642}"/>
                    </a:ext>
                  </a:extLst>
                </p14:cNvPr>
                <p14:cNvContentPartPr/>
                <p14:nvPr/>
              </p14:nvContentPartPr>
              <p14:xfrm>
                <a:off x="923026" y="4640898"/>
                <a:ext cx="1054800" cy="29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3C302A6-1DEF-BCCD-268D-4BA1E190464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4386" y="4631898"/>
                  <a:ext cx="10724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D20E187-0DDB-F733-8517-BD10D696B9FE}"/>
                    </a:ext>
                  </a:extLst>
                </p14:cNvPr>
                <p14:cNvContentPartPr/>
                <p14:nvPr/>
              </p14:nvContentPartPr>
              <p14:xfrm>
                <a:off x="2426386" y="4614978"/>
                <a:ext cx="2025000" cy="54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D20E187-0DDB-F733-8517-BD10D696B9F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17746" y="4606338"/>
                  <a:ext cx="204264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7D2B4EE-87FD-DAB3-971D-C095759800EB}"/>
                  </a:ext>
                </a:extLst>
              </p14:cNvPr>
              <p14:cNvContentPartPr/>
              <p14:nvPr/>
            </p14:nvContentPartPr>
            <p14:xfrm>
              <a:off x="2047666" y="4940778"/>
              <a:ext cx="2620440" cy="19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7D2B4EE-87FD-DAB3-971D-C095759800E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038666" y="4932138"/>
                <a:ext cx="26380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1EBADC5-D532-5524-7A41-F68BFFE9DD85}"/>
                  </a:ext>
                </a:extLst>
              </p14:cNvPr>
              <p14:cNvContentPartPr/>
              <p14:nvPr/>
            </p14:nvContentPartPr>
            <p14:xfrm>
              <a:off x="5081746" y="4985058"/>
              <a:ext cx="1576440" cy="442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1EBADC5-D532-5524-7A41-F68BFFE9DD8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073106" y="4976058"/>
                <a:ext cx="1594080" cy="6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270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Specifying Object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 interface is the set of all operation signatures  defined by object’s operations</a:t>
            </a:r>
          </a:p>
          <a:p>
            <a:endParaRPr lang="en-US" dirty="0"/>
          </a:p>
          <a:p>
            <a:r>
              <a:rPr lang="en-US" dirty="0"/>
              <a:t>The run-time association between an object and one of its operations is called a dynamic binding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dirty="0"/>
              <a:t>Design patterns help to identify interfaces and the relationship between them</a:t>
            </a:r>
          </a:p>
          <a:p>
            <a:pPr lvl="1"/>
            <a:r>
              <a:rPr lang="en-US" dirty="0"/>
              <a:t>Memento design patterns describes how to encapsulate and save the internal state of an object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D1C02C-244D-B3B5-BAF2-18655E0A1D31}"/>
                  </a:ext>
                </a:extLst>
              </p14:cNvPr>
              <p14:cNvContentPartPr/>
              <p14:nvPr/>
            </p14:nvContentPartPr>
            <p14:xfrm>
              <a:off x="1081066" y="896898"/>
              <a:ext cx="5900400" cy="158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D1C02C-244D-B3B5-BAF2-18655E0A1D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7066" y="788898"/>
                <a:ext cx="600804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0C674CB-1A4B-F838-F3B7-78DBCFEFA7AD}"/>
                  </a:ext>
                </a:extLst>
              </p14:cNvPr>
              <p14:cNvContentPartPr/>
              <p14:nvPr/>
            </p14:nvContentPartPr>
            <p14:xfrm>
              <a:off x="887746" y="1836858"/>
              <a:ext cx="1749240" cy="55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0C674CB-1A4B-F838-F3B7-78DBCFEFA7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4106" y="1729218"/>
                <a:ext cx="18568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67AE95A-4D7B-725B-8EF5-785D7C7D2AA5}"/>
                  </a:ext>
                </a:extLst>
              </p14:cNvPr>
              <p14:cNvContentPartPr/>
              <p14:nvPr/>
            </p14:nvContentPartPr>
            <p14:xfrm>
              <a:off x="3279586" y="1863858"/>
              <a:ext cx="438876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67AE95A-4D7B-725B-8EF5-785D7C7D2A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25586" y="1647858"/>
                <a:ext cx="44964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EC7E55A-CDE7-92B2-8A6B-54C84EE2D6C4}"/>
                  </a:ext>
                </a:extLst>
              </p14:cNvPr>
              <p14:cNvContentPartPr/>
              <p14:nvPr/>
            </p14:nvContentPartPr>
            <p14:xfrm>
              <a:off x="791266" y="2241858"/>
              <a:ext cx="395712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EC7E55A-CDE7-92B2-8A6B-54C84EE2D6C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7266" y="2025858"/>
                <a:ext cx="40647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B53DDCC-9EBD-7198-E78C-91E282873C3A}"/>
                  </a:ext>
                </a:extLst>
              </p14:cNvPr>
              <p14:cNvContentPartPr/>
              <p14:nvPr/>
            </p14:nvContentPartPr>
            <p14:xfrm>
              <a:off x="1397866" y="3050778"/>
              <a:ext cx="718380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B53DDCC-9EBD-7198-E78C-91E282873C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43866" y="2834778"/>
                <a:ext cx="72914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A1D4B2E-7DCD-E233-9802-A929F84CD9F1}"/>
                  </a:ext>
                </a:extLst>
              </p14:cNvPr>
              <p14:cNvContentPartPr/>
              <p14:nvPr/>
            </p14:nvContentPartPr>
            <p14:xfrm>
              <a:off x="861466" y="3367218"/>
              <a:ext cx="1591920" cy="27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A1D4B2E-7DCD-E233-9802-A929F84CD9F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7466" y="3259218"/>
                <a:ext cx="16995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83428E7-2697-2C14-5995-C9238B523636}"/>
                  </a:ext>
                </a:extLst>
              </p14:cNvPr>
              <p14:cNvContentPartPr/>
              <p14:nvPr/>
            </p14:nvContentPartPr>
            <p14:xfrm>
              <a:off x="3789346" y="3375498"/>
              <a:ext cx="1882800" cy="115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83428E7-2697-2C14-5995-C9238B52363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35346" y="3267498"/>
                <a:ext cx="199044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E3A157E-4DEF-43DD-1D31-DDAD55D96D5A}"/>
                  </a:ext>
                </a:extLst>
              </p14:cNvPr>
              <p14:cNvContentPartPr/>
              <p14:nvPr/>
            </p14:nvContentPartPr>
            <p14:xfrm>
              <a:off x="1046146" y="4976058"/>
              <a:ext cx="270144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E3A157E-4DEF-43DD-1D31-DDAD55D96D5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2146" y="4760058"/>
                <a:ext cx="28090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9FAEF64-D844-EE15-ECD5-2C6AEB092CDD}"/>
                  </a:ext>
                </a:extLst>
              </p14:cNvPr>
              <p14:cNvContentPartPr/>
              <p14:nvPr/>
            </p14:nvContentPartPr>
            <p14:xfrm>
              <a:off x="4043506" y="4975698"/>
              <a:ext cx="1179720" cy="27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9FAEF64-D844-EE15-ECD5-2C6AEB092CD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89866" y="4868058"/>
                <a:ext cx="128736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8573DAD-AEE9-3AE0-823A-30392DA144C5}"/>
                  </a:ext>
                </a:extLst>
              </p14:cNvPr>
              <p14:cNvContentPartPr/>
              <p14:nvPr/>
            </p14:nvContentPartPr>
            <p14:xfrm>
              <a:off x="5116666" y="5046618"/>
              <a:ext cx="3166560" cy="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8573DAD-AEE9-3AE0-823A-30392DA144C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062666" y="4830618"/>
                <a:ext cx="3274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170C311-5712-5CCA-B261-62B3A89EAA4E}"/>
                  </a:ext>
                </a:extLst>
              </p14:cNvPr>
              <p14:cNvContentPartPr/>
              <p14:nvPr/>
            </p14:nvContentPartPr>
            <p14:xfrm>
              <a:off x="1072426" y="5275218"/>
              <a:ext cx="2919600" cy="18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170C311-5712-5CCA-B261-62B3A89EAA4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8426" y="5167218"/>
                <a:ext cx="3027240" cy="23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432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/>
              <a:t>Programming to an interface, not an implementation</a:t>
            </a:r>
          </a:p>
          <a:p>
            <a:endParaRPr lang="en-US" dirty="0"/>
          </a:p>
          <a:p>
            <a:pPr lvl="1"/>
            <a:r>
              <a:rPr lang="en-US" dirty="0"/>
              <a:t>Inheritance is a mechanism to extend application functionality by reusing parent classes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Inheritance defined families of objects with identical interfaces: inherit from abstract class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Subclasses add or override operations: all subclasses are subtype of the interface</a:t>
            </a:r>
          </a:p>
          <a:p>
            <a:pPr marL="274320" lvl="1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4. Specifying Objects Implementations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F47D17D-1A48-E711-8EE0-DFA4287C1D35}"/>
                  </a:ext>
                </a:extLst>
              </p14:cNvPr>
              <p14:cNvContentPartPr/>
              <p14:nvPr/>
            </p14:nvContentPartPr>
            <p14:xfrm>
              <a:off x="1151626" y="1019700"/>
              <a:ext cx="660564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F47D17D-1A48-E711-8EE0-DFA4287C1D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7626" y="803700"/>
                <a:ext cx="67132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E33A3D8-20D6-9D2F-B467-B21B19E3A432}"/>
                  </a:ext>
                </a:extLst>
              </p14:cNvPr>
              <p14:cNvContentPartPr/>
              <p14:nvPr/>
            </p14:nvContentPartPr>
            <p14:xfrm>
              <a:off x="861466" y="1740780"/>
              <a:ext cx="692676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E33A3D8-20D6-9D2F-B467-B21B19E3A4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7466" y="1524780"/>
                <a:ext cx="70344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1EA60BD-D89C-C491-3186-EDF0D4B5A32C}"/>
                  </a:ext>
                </a:extLst>
              </p14:cNvPr>
              <p14:cNvContentPartPr/>
              <p14:nvPr/>
            </p14:nvContentPartPr>
            <p14:xfrm>
              <a:off x="799546" y="1978020"/>
              <a:ext cx="696420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1EA60BD-D89C-C491-3186-EDF0D4B5A32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5546" y="1762740"/>
                <a:ext cx="70718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1A92882-5960-438B-DDCC-CB95765F9C87}"/>
                  </a:ext>
                </a:extLst>
              </p14:cNvPr>
              <p14:cNvContentPartPr/>
              <p14:nvPr/>
            </p14:nvContentPartPr>
            <p14:xfrm>
              <a:off x="4237906" y="2655180"/>
              <a:ext cx="354420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1A92882-5960-438B-DDCC-CB95765F9C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83906" y="2439180"/>
                <a:ext cx="36518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0862C8D-1B8F-699E-63E2-D4748459F01E}"/>
                  </a:ext>
                </a:extLst>
              </p14:cNvPr>
              <p14:cNvContentPartPr/>
              <p14:nvPr/>
            </p14:nvContentPartPr>
            <p14:xfrm>
              <a:off x="993586" y="3041460"/>
              <a:ext cx="2452320" cy="28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0862C8D-1B8F-699E-63E2-D4748459F01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39586" y="2933820"/>
                <a:ext cx="25599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FFDB050-36F4-5214-65AE-1D2E1DDA68A2}"/>
                  </a:ext>
                </a:extLst>
              </p14:cNvPr>
              <p14:cNvContentPartPr/>
              <p14:nvPr/>
            </p14:nvContentPartPr>
            <p14:xfrm>
              <a:off x="1081066" y="3974220"/>
              <a:ext cx="2795760" cy="88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FFDB050-36F4-5214-65AE-1D2E1DDA68A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7426" y="3866220"/>
                <a:ext cx="290340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D74646B-04E1-36DE-E7F2-13D60C2E2FFF}"/>
                  </a:ext>
                </a:extLst>
              </p14:cNvPr>
              <p14:cNvContentPartPr/>
              <p14:nvPr/>
            </p14:nvContentPartPr>
            <p14:xfrm>
              <a:off x="2487946" y="4721580"/>
              <a:ext cx="2765520" cy="115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D74646B-04E1-36DE-E7F2-13D60C2E2FF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33946" y="4613580"/>
                <a:ext cx="287316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F122B76-B4DC-C905-7B74-B7D05E4A3A77}"/>
                  </a:ext>
                </a:extLst>
              </p14:cNvPr>
              <p14:cNvContentPartPr/>
              <p14:nvPr/>
            </p14:nvContentPartPr>
            <p14:xfrm>
              <a:off x="1213186" y="4992300"/>
              <a:ext cx="1319040" cy="98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F122B76-B4DC-C905-7B74-B7D05E4A3A7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59186" y="4884300"/>
                <a:ext cx="142668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1FD2469-D6E8-6F4B-7FFC-48510E4A5D33}"/>
                  </a:ext>
                </a:extLst>
              </p14:cNvPr>
              <p14:cNvContentPartPr/>
              <p14:nvPr/>
            </p14:nvContentPartPr>
            <p14:xfrm>
              <a:off x="7473226" y="4764558"/>
              <a:ext cx="910800" cy="124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1FD2469-D6E8-6F4B-7FFC-48510E4A5D3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19226" y="4656918"/>
                <a:ext cx="101844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108C8BD-B936-67F3-17CD-22D6075CC8D5}"/>
                  </a:ext>
                </a:extLst>
              </p14:cNvPr>
              <p14:cNvContentPartPr/>
              <p14:nvPr/>
            </p14:nvContentPartPr>
            <p14:xfrm>
              <a:off x="5855386" y="4764198"/>
              <a:ext cx="2476800" cy="84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108C8BD-B936-67F3-17CD-22D6075CC8D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801746" y="4656558"/>
                <a:ext cx="2584440" cy="29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413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/>
              <a:t>Programming to an interface, not an implementation</a:t>
            </a:r>
          </a:p>
          <a:p>
            <a:pPr marL="274320" lvl="1" indent="0">
              <a:buNone/>
            </a:pPr>
            <a:endParaRPr lang="en-US" dirty="0"/>
          </a:p>
          <a:p>
            <a:pPr lvl="1"/>
            <a:r>
              <a:rPr lang="en-US" dirty="0"/>
              <a:t>+ Clients remain unaware of the specific type of objects they use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+ Clients remain unaware of the classes that implements the objects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+ Reduce the implementation dependencies between subsystems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4. Specifying Objects Implementations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49F418-7D8C-3EA7-FEF8-141A3EFC7AA6}"/>
                  </a:ext>
                </a:extLst>
              </p14:cNvPr>
              <p14:cNvContentPartPr/>
              <p14:nvPr/>
            </p14:nvContentPartPr>
            <p14:xfrm>
              <a:off x="3076906" y="2602260"/>
              <a:ext cx="510912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49F418-7D8C-3EA7-FEF8-141A3EFC7A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22906" y="2386260"/>
                <a:ext cx="52167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1614AD3-04D9-E8E4-51FD-9F73D2517FB1}"/>
                  </a:ext>
                </a:extLst>
              </p14:cNvPr>
              <p14:cNvContentPartPr/>
              <p14:nvPr/>
            </p14:nvContentPartPr>
            <p14:xfrm>
              <a:off x="3015706" y="3402540"/>
              <a:ext cx="467928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1614AD3-04D9-E8E4-51FD-9F73D2517FB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1706" y="3186540"/>
                <a:ext cx="47869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FC5CEE3-3CFB-9FE6-8EE1-904CCBF96D4B}"/>
                  </a:ext>
                </a:extLst>
              </p14:cNvPr>
              <p14:cNvContentPartPr/>
              <p14:nvPr/>
            </p14:nvContentPartPr>
            <p14:xfrm>
              <a:off x="879106" y="3613140"/>
              <a:ext cx="1590480" cy="53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FC5CEE3-3CFB-9FE6-8EE1-904CCBF96D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5466" y="3505500"/>
                <a:ext cx="169812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9AA55D0-31D8-B1F0-C4AD-3EBE8E938886}"/>
                  </a:ext>
                </a:extLst>
              </p14:cNvPr>
              <p14:cNvContentPartPr/>
              <p14:nvPr/>
            </p14:nvContentPartPr>
            <p14:xfrm>
              <a:off x="1335946" y="4360500"/>
              <a:ext cx="6945480" cy="141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9AA55D0-31D8-B1F0-C4AD-3EBE8E9388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2306" y="4252860"/>
                <a:ext cx="705312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FEB9D69-AD08-F88A-37B2-DD7D7AF260B0}"/>
                  </a:ext>
                </a:extLst>
              </p14:cNvPr>
              <p14:cNvContentPartPr/>
              <p14:nvPr/>
            </p14:nvContentPartPr>
            <p14:xfrm>
              <a:off x="1239466" y="2514420"/>
              <a:ext cx="695880" cy="59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FEB9D69-AD08-F88A-37B2-DD7D7AF260B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85466" y="2406780"/>
                <a:ext cx="80352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D1C1B49-FE41-461D-A7C5-678DE6EF7AAB}"/>
                  </a:ext>
                </a:extLst>
              </p14:cNvPr>
              <p14:cNvContentPartPr/>
              <p14:nvPr/>
            </p14:nvContentPartPr>
            <p14:xfrm>
              <a:off x="1230826" y="3271500"/>
              <a:ext cx="703440" cy="8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D1C1B49-FE41-461D-A7C5-678DE6EF7AA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76826" y="3163500"/>
                <a:ext cx="81108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EFC0A78-4B70-A780-C698-B755741EF7A8}"/>
                  </a:ext>
                </a:extLst>
              </p14:cNvPr>
              <p14:cNvContentPartPr/>
              <p14:nvPr/>
            </p14:nvContentPartPr>
            <p14:xfrm>
              <a:off x="5600506" y="2760300"/>
              <a:ext cx="159264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EFC0A78-4B70-A780-C698-B755741EF7A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591506" y="2742300"/>
                <a:ext cx="1610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CD7DEA2-3225-1B28-A585-14917FE40AE7}"/>
                  </a:ext>
                </a:extLst>
              </p14:cNvPr>
              <p14:cNvContentPartPr/>
              <p14:nvPr/>
            </p14:nvContentPartPr>
            <p14:xfrm>
              <a:off x="3006706" y="2689740"/>
              <a:ext cx="720720" cy="27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CD7DEA2-3225-1B28-A585-14917FE40AE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97706" y="2681100"/>
                <a:ext cx="7383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BF5ECD5-92C4-A0BA-EDAA-47C11D7D4647}"/>
                  </a:ext>
                </a:extLst>
              </p14:cNvPr>
              <p14:cNvContentPartPr/>
              <p14:nvPr/>
            </p14:nvContentPartPr>
            <p14:xfrm>
              <a:off x="3059626" y="3464100"/>
              <a:ext cx="764280" cy="45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BF5ECD5-92C4-A0BA-EDAA-47C11D7D464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50626" y="3455100"/>
                <a:ext cx="7819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8965CF9-A181-FB06-4A73-0AA090E463F7}"/>
                  </a:ext>
                </a:extLst>
              </p14:cNvPr>
              <p14:cNvContentPartPr/>
              <p14:nvPr/>
            </p14:nvContentPartPr>
            <p14:xfrm>
              <a:off x="4739026" y="3490380"/>
              <a:ext cx="251604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8965CF9-A181-FB06-4A73-0AA090E463F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730026" y="3472380"/>
                <a:ext cx="2533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C6634-A6BB-3413-0A57-037A003926AD}"/>
                  </a:ext>
                </a:extLst>
              </p14:cNvPr>
              <p14:cNvContentPartPr/>
              <p14:nvPr/>
            </p14:nvContentPartPr>
            <p14:xfrm>
              <a:off x="1186906" y="3815100"/>
              <a:ext cx="757800" cy="45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C6634-A6BB-3413-0A57-037A003926A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77906" y="3806460"/>
                <a:ext cx="775440" cy="6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775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patterns, such as creational patterns, ensure that your system is written in terms of interfaces, not implementations</a:t>
            </a:r>
          </a:p>
          <a:p>
            <a:pPr lvl="1"/>
            <a:r>
              <a:rPr lang="en-US" dirty="0"/>
              <a:t>Guide you to instantiate concrete classes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Give you different ways to associate an interfaces with its implementation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 Specifying Objects Implementations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2F7ED2-A7D8-E1AD-DBEB-6F26ED2AE20B}"/>
                  </a:ext>
                </a:extLst>
              </p14:cNvPr>
              <p14:cNvContentPartPr/>
              <p14:nvPr/>
            </p14:nvContentPartPr>
            <p14:xfrm>
              <a:off x="4193626" y="1819578"/>
              <a:ext cx="2295000" cy="19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2F7ED2-A7D8-E1AD-DBEB-6F26ED2AE2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39986" y="1711938"/>
                <a:ext cx="24026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09E3371-AD3D-7F91-4CD0-1C97900270E7}"/>
                  </a:ext>
                </a:extLst>
              </p14:cNvPr>
              <p14:cNvContentPartPr/>
              <p14:nvPr/>
            </p14:nvContentPartPr>
            <p14:xfrm>
              <a:off x="6506266" y="1819938"/>
              <a:ext cx="127440" cy="12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09E3371-AD3D-7F91-4CD0-1C97900270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52266" y="1711938"/>
                <a:ext cx="2350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AD1A8CF-AAA7-D645-97C4-73DCC1CB7CF8}"/>
                  </a:ext>
                </a:extLst>
              </p14:cNvPr>
              <p14:cNvContentPartPr/>
              <p14:nvPr/>
            </p14:nvContentPartPr>
            <p14:xfrm>
              <a:off x="6848986" y="1828578"/>
              <a:ext cx="1416960" cy="33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AD1A8CF-AAA7-D645-97C4-73DCC1CB7C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95346" y="1720578"/>
                <a:ext cx="152460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4E9625C-C01B-1BD7-F959-C8F4B4B9FE12}"/>
                  </a:ext>
                </a:extLst>
              </p14:cNvPr>
              <p14:cNvContentPartPr/>
              <p14:nvPr/>
            </p14:nvContentPartPr>
            <p14:xfrm>
              <a:off x="773626" y="2232858"/>
              <a:ext cx="582084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4E9625C-C01B-1BD7-F959-C8F4B4B9FE1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9626" y="2016858"/>
                <a:ext cx="59284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31B7CC3-4BEA-D18B-BCAD-2D64E615DBD0}"/>
                  </a:ext>
                </a:extLst>
              </p14:cNvPr>
              <p14:cNvContentPartPr/>
              <p14:nvPr/>
            </p14:nvContentPartPr>
            <p14:xfrm>
              <a:off x="702346" y="2505018"/>
              <a:ext cx="2631240" cy="89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31B7CC3-4BEA-D18B-BCAD-2D64E615DB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8706" y="2397378"/>
                <a:ext cx="273888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4EDB421-0EDC-32CE-F33E-F29DFAC8DA71}"/>
                  </a:ext>
                </a:extLst>
              </p14:cNvPr>
              <p14:cNvContentPartPr/>
              <p14:nvPr/>
            </p14:nvContentPartPr>
            <p14:xfrm>
              <a:off x="1107706" y="2980218"/>
              <a:ext cx="448488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4EDB421-0EDC-32CE-F33E-F29DFAC8DA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3706" y="2764218"/>
                <a:ext cx="45925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34B74F8-B159-A37F-0C5D-05207D8415D0}"/>
                  </a:ext>
                </a:extLst>
              </p14:cNvPr>
              <p14:cNvContentPartPr/>
              <p14:nvPr/>
            </p14:nvContentPartPr>
            <p14:xfrm>
              <a:off x="1063786" y="3657738"/>
              <a:ext cx="556632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34B74F8-B159-A37F-0C5D-05207D8415D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09786" y="3441738"/>
                <a:ext cx="56739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B3341EB-F638-1D2D-54D9-76A128B935E4}"/>
                  </a:ext>
                </a:extLst>
              </p14:cNvPr>
              <p14:cNvContentPartPr/>
              <p14:nvPr/>
            </p14:nvContentPartPr>
            <p14:xfrm>
              <a:off x="966946" y="3947178"/>
              <a:ext cx="1712520" cy="97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B3341EB-F638-1D2D-54D9-76A128B935E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2946" y="3839538"/>
                <a:ext cx="182016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1355B69-925F-A730-64C4-7E407911DD9C}"/>
                  </a:ext>
                </a:extLst>
              </p14:cNvPr>
              <p14:cNvContentPartPr/>
              <p14:nvPr/>
            </p14:nvContentPartPr>
            <p14:xfrm>
              <a:off x="1283746" y="2338698"/>
              <a:ext cx="528516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1355B69-925F-A730-64C4-7E407911DD9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74746" y="2320698"/>
                <a:ext cx="5302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8FE4C3-93DA-06EA-A7BF-15653873597A}"/>
                  </a:ext>
                </a:extLst>
              </p14:cNvPr>
              <p14:cNvContentPartPr/>
              <p14:nvPr/>
            </p14:nvContentPartPr>
            <p14:xfrm>
              <a:off x="1126066" y="2760258"/>
              <a:ext cx="1420920" cy="37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8FE4C3-93DA-06EA-A7BF-15653873597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17426" y="2751618"/>
                <a:ext cx="14385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0F152FC-6594-4A27-D4DE-0E9C66C974F9}"/>
                  </a:ext>
                </a:extLst>
              </p14:cNvPr>
              <p14:cNvContentPartPr/>
              <p14:nvPr/>
            </p14:nvContentPartPr>
            <p14:xfrm>
              <a:off x="1283746" y="3103698"/>
              <a:ext cx="4211640" cy="18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0F152FC-6594-4A27-D4DE-0E9C66C974F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74746" y="3094698"/>
                <a:ext cx="422928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8B24D3D-0CE2-DCA8-BFEB-83D7D62F450D}"/>
                  </a:ext>
                </a:extLst>
              </p14:cNvPr>
              <p14:cNvContentPartPr/>
              <p14:nvPr/>
            </p14:nvContentPartPr>
            <p14:xfrm>
              <a:off x="1538626" y="6760938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8B24D3D-0CE2-DCA8-BFEB-83D7D62F450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29626" y="675229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ECBE264-CB1F-4D1E-017A-94338DA9AB82}"/>
                  </a:ext>
                </a:extLst>
              </p14:cNvPr>
              <p14:cNvContentPartPr/>
              <p14:nvPr/>
            </p14:nvContentPartPr>
            <p14:xfrm>
              <a:off x="1907626" y="5055258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ECBE264-CB1F-4D1E-017A-94338DA9AB8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98986" y="504661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CEC76ED-3C27-5E60-9EBD-EC4782183A84}"/>
              </a:ext>
            </a:extLst>
          </p:cNvPr>
          <p:cNvSpPr txBox="1"/>
          <p:nvPr/>
        </p:nvSpPr>
        <p:spPr>
          <a:xfrm>
            <a:off x="826754" y="4273618"/>
            <a:ext cx="646238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600" dirty="0"/>
              <a:t>// ممكن:</a:t>
            </a:r>
          </a:p>
          <a:p>
            <a:r>
              <a:rPr lang="en-US" sz="1600" dirty="0"/>
              <a:t>p = new </a:t>
            </a:r>
            <a:r>
              <a:rPr lang="en-US" sz="1600" dirty="0" err="1"/>
              <a:t>PayPalPayment</a:t>
            </a:r>
            <a:r>
              <a:rPr lang="en-US" sz="1600" dirty="0"/>
              <a:t>();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// </a:t>
            </a:r>
            <a:r>
              <a:rPr lang="ar-SA" sz="1600" dirty="0"/>
              <a:t>أو:</a:t>
            </a:r>
          </a:p>
          <a:p>
            <a:r>
              <a:rPr lang="en-US" sz="1600" dirty="0"/>
              <a:t>p = new </a:t>
            </a:r>
            <a:r>
              <a:rPr lang="en-US" sz="1600" dirty="0" err="1"/>
              <a:t>VisaPayment</a:t>
            </a:r>
            <a:r>
              <a:rPr lang="en-US" sz="1600" dirty="0"/>
              <a:t>();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// </a:t>
            </a:r>
            <a:r>
              <a:rPr lang="ar-SA" sz="1600" dirty="0"/>
              <a:t>أو:</a:t>
            </a:r>
          </a:p>
          <a:p>
            <a:r>
              <a:rPr lang="en-US" sz="1600" dirty="0"/>
              <a:t>p = </a:t>
            </a:r>
            <a:r>
              <a:rPr lang="en-US" sz="1600" dirty="0" err="1"/>
              <a:t>factory.createPayment</a:t>
            </a:r>
            <a:r>
              <a:rPr lang="en-US" sz="1600" dirty="0"/>
              <a:t>(type);</a:t>
            </a:r>
          </a:p>
          <a:p>
            <a:endParaRPr lang="en-US" sz="16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850CE-7B81-70E3-C08C-5F13235D8175}"/>
              </a:ext>
            </a:extLst>
          </p:cNvPr>
          <p:cNvGrpSpPr/>
          <p:nvPr/>
        </p:nvGrpSpPr>
        <p:grpSpPr>
          <a:xfrm>
            <a:off x="1266106" y="3736578"/>
            <a:ext cx="4845240" cy="2673720"/>
            <a:chOff x="1266106" y="3736578"/>
            <a:chExt cx="4845240" cy="267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1177D7B-5C1A-7AE5-738A-2AAFBA840165}"/>
                    </a:ext>
                  </a:extLst>
                </p14:cNvPr>
                <p14:cNvContentPartPr/>
                <p14:nvPr/>
              </p14:nvContentPartPr>
              <p14:xfrm>
                <a:off x="1266106" y="3813978"/>
                <a:ext cx="2188440" cy="38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1177D7B-5C1A-7AE5-738A-2AAFBA84016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57106" y="3804978"/>
                  <a:ext cx="2206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83852A7-465B-D87E-88D8-5BA631F8EE65}"/>
                    </a:ext>
                  </a:extLst>
                </p14:cNvPr>
                <p14:cNvContentPartPr/>
                <p14:nvPr/>
              </p14:nvContentPartPr>
              <p14:xfrm>
                <a:off x="4166626" y="3736578"/>
                <a:ext cx="1944720" cy="158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83852A7-465B-D87E-88D8-5BA631F8EE6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57626" y="3727578"/>
                  <a:ext cx="1962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4EB84BD-B55F-4886-C3B6-54E250C4FD94}"/>
                    </a:ext>
                  </a:extLst>
                </p14:cNvPr>
                <p14:cNvContentPartPr/>
                <p14:nvPr/>
              </p14:nvContentPartPr>
              <p14:xfrm>
                <a:off x="1397866" y="4185138"/>
                <a:ext cx="1404000" cy="43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4EB84BD-B55F-4886-C3B6-54E250C4FD9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89226" y="4176138"/>
                  <a:ext cx="1421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230C93E-7281-B4A2-084D-584F363AF3C2}"/>
                    </a:ext>
                  </a:extLst>
                </p14:cNvPr>
                <p14:cNvContentPartPr/>
                <p14:nvPr/>
              </p14:nvContentPartPr>
              <p14:xfrm>
                <a:off x="3094588" y="4447938"/>
                <a:ext cx="591480" cy="1962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230C93E-7281-B4A2-084D-584F363AF3C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085948" y="4439298"/>
                  <a:ext cx="609120" cy="19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041FFF4-5F11-7575-F129-9B8B101D8014}"/>
                    </a:ext>
                  </a:extLst>
                </p14:cNvPr>
                <p14:cNvContentPartPr/>
                <p14:nvPr/>
              </p14:nvContentPartPr>
              <p14:xfrm>
                <a:off x="3534148" y="3939618"/>
                <a:ext cx="493200" cy="170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041FFF4-5F11-7575-F129-9B8B101D801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525148" y="3930618"/>
                  <a:ext cx="510840" cy="17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97260F0-0DCF-0299-9F9D-44E866D3EEAF}"/>
                    </a:ext>
                  </a:extLst>
                </p14:cNvPr>
                <p14:cNvContentPartPr/>
                <p14:nvPr/>
              </p14:nvContentPartPr>
              <p14:xfrm>
                <a:off x="3375748" y="3929898"/>
                <a:ext cx="617760" cy="308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97260F0-0DCF-0299-9F9D-44E866D3EEA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366748" y="3920898"/>
                  <a:ext cx="635400" cy="32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19093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ym typeface="Wingdings"/>
              </a:rPr>
              <a:t>Class inheritance vs. Object composition</a:t>
            </a:r>
          </a:p>
          <a:p>
            <a:endParaRPr lang="en-US" dirty="0">
              <a:sym typeface="Wingdings"/>
            </a:endParaRPr>
          </a:p>
          <a:p>
            <a:r>
              <a:rPr lang="en-US" dirty="0">
                <a:sym typeface="Wingdings"/>
              </a:rPr>
              <a:t>Class inheritance</a:t>
            </a:r>
          </a:p>
          <a:p>
            <a:pPr lvl="1"/>
            <a:r>
              <a:rPr lang="en-US" dirty="0">
                <a:sym typeface="Wingdings"/>
              </a:rPr>
              <a:t>+ </a:t>
            </a:r>
            <a:r>
              <a:rPr lang="en-US" dirty="0"/>
              <a:t>Class inheritance defined statically at compile-time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+ It is easy to modify the implementation through overridden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-  You cannot change the implementation inherited from the supper class at run-time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- Inheritance breaks encapsulation </a:t>
            </a:r>
          </a:p>
          <a:p>
            <a:pPr lvl="2"/>
            <a:r>
              <a:rPr lang="en-US" dirty="0"/>
              <a:t>Any change to parent’s implementation will force the subclass to change (implementation dependencies) </a:t>
            </a:r>
          </a:p>
          <a:p>
            <a:pPr lvl="2"/>
            <a:r>
              <a:rPr lang="en-US" dirty="0"/>
              <a:t>Limits system flexibility and reusability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5. Putting Reuse Mechanism to Work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FE8F03-B2FF-8432-354D-6FC8DB05BDAE}"/>
                  </a:ext>
                </a:extLst>
              </p14:cNvPr>
              <p14:cNvContentPartPr/>
              <p14:nvPr/>
            </p14:nvContentPartPr>
            <p14:xfrm>
              <a:off x="973426" y="861258"/>
              <a:ext cx="7543800" cy="460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FE8F03-B2FF-8432-354D-6FC8DB05BD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9786" y="753258"/>
                <a:ext cx="7651440" cy="67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76AC2A-C5FA-FB13-5E18-C80420B34850}"/>
                  </a:ext>
                </a:extLst>
              </p14:cNvPr>
              <p14:cNvContentPartPr/>
              <p14:nvPr/>
            </p14:nvContentPartPr>
            <p14:xfrm>
              <a:off x="923026" y="1828218"/>
              <a:ext cx="1731600" cy="18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876AC2A-C5FA-FB13-5E18-C80420B348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9386" y="1720218"/>
                <a:ext cx="18392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123C69A-26B8-F5FF-D949-E46029560BB1}"/>
                  </a:ext>
                </a:extLst>
              </p14:cNvPr>
              <p14:cNvContentPartPr/>
              <p14:nvPr/>
            </p14:nvContentPartPr>
            <p14:xfrm>
              <a:off x="3745426" y="1742178"/>
              <a:ext cx="2418480" cy="272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123C69A-26B8-F5FF-D949-E46029560BB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91426" y="1634178"/>
                <a:ext cx="252612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DB3D6D4-DD09-024D-ACC5-54FF11C162A6}"/>
                  </a:ext>
                </a:extLst>
              </p14:cNvPr>
              <p14:cNvContentPartPr/>
              <p14:nvPr/>
            </p14:nvContentPartPr>
            <p14:xfrm>
              <a:off x="1204546" y="2857098"/>
              <a:ext cx="5716080" cy="62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DB3D6D4-DD09-024D-ACC5-54FF11C162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50546" y="2749098"/>
                <a:ext cx="58237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71C44D2-1973-460C-76BE-52CD2737A50B}"/>
                  </a:ext>
                </a:extLst>
              </p14:cNvPr>
              <p14:cNvContentPartPr/>
              <p14:nvPr/>
            </p14:nvContentPartPr>
            <p14:xfrm>
              <a:off x="1081066" y="3569178"/>
              <a:ext cx="6620040" cy="55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71C44D2-1973-460C-76BE-52CD2737A50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27426" y="3461178"/>
                <a:ext cx="67276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881F57F-660C-4C03-6033-00A38B33F42B}"/>
                  </a:ext>
                </a:extLst>
              </p14:cNvPr>
              <p14:cNvContentPartPr/>
              <p14:nvPr/>
            </p14:nvContentPartPr>
            <p14:xfrm>
              <a:off x="1335946" y="4246338"/>
              <a:ext cx="705240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881F57F-660C-4C03-6033-00A38B33F42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81946" y="4030338"/>
                <a:ext cx="71600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6B2DF93-DBFA-9414-39B1-608F81C27024}"/>
                  </a:ext>
                </a:extLst>
              </p14:cNvPr>
              <p14:cNvContentPartPr/>
              <p14:nvPr/>
            </p14:nvContentPartPr>
            <p14:xfrm>
              <a:off x="1002226" y="4518858"/>
              <a:ext cx="195408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6B2DF93-DBFA-9414-39B1-608F81C2702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48226" y="4302858"/>
                <a:ext cx="2061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9DEB406-BA7D-5DB8-F2A8-D77B8162CE8D}"/>
                  </a:ext>
                </a:extLst>
              </p14:cNvPr>
              <p14:cNvContentPartPr/>
              <p14:nvPr/>
            </p14:nvContentPartPr>
            <p14:xfrm>
              <a:off x="1371226" y="5239938"/>
              <a:ext cx="350964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9DEB406-BA7D-5DB8-F2A8-D77B8162CE8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17226" y="5023938"/>
                <a:ext cx="36172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90EDA15-6F2D-4989-907D-CD678925CBF0}"/>
                  </a:ext>
                </a:extLst>
              </p14:cNvPr>
              <p14:cNvContentPartPr/>
              <p14:nvPr/>
            </p14:nvContentPartPr>
            <p14:xfrm>
              <a:off x="1335946" y="5521458"/>
              <a:ext cx="710784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90EDA15-6F2D-4989-907D-CD678925CBF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81946" y="5305458"/>
                <a:ext cx="72154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00EE24C-CC0C-E4D1-C92A-044387E7553D}"/>
                  </a:ext>
                </a:extLst>
              </p14:cNvPr>
              <p14:cNvContentPartPr/>
              <p14:nvPr/>
            </p14:nvContentPartPr>
            <p14:xfrm>
              <a:off x="1353586" y="6020778"/>
              <a:ext cx="3824280" cy="82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00EE24C-CC0C-E4D1-C92A-044387E7553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99946" y="5912778"/>
                <a:ext cx="393192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B580DB1-42A2-B3F9-C902-544D546F55A8}"/>
                  </a:ext>
                </a:extLst>
              </p14:cNvPr>
              <p14:cNvContentPartPr/>
              <p14:nvPr/>
            </p14:nvContentPartPr>
            <p14:xfrm>
              <a:off x="1621066" y="2540658"/>
              <a:ext cx="1963440" cy="256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B580DB1-42A2-B3F9-C902-544D546F55A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567066" y="2433018"/>
                <a:ext cx="207108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CE7170D-64B0-4516-FBAD-2AB7C0A9E342}"/>
                  </a:ext>
                </a:extLst>
              </p14:cNvPr>
              <p14:cNvContentPartPr/>
              <p14:nvPr/>
            </p14:nvContentPartPr>
            <p14:xfrm>
              <a:off x="1362586" y="5697138"/>
              <a:ext cx="219060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CE7170D-64B0-4516-FBAD-2AB7C0A9E34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353586" y="5679138"/>
                <a:ext cx="2208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E1250D6-54D8-8AA4-C8CB-0207CF3A147B}"/>
                  </a:ext>
                </a:extLst>
              </p14:cNvPr>
              <p14:cNvContentPartPr/>
              <p14:nvPr/>
            </p14:nvContentPartPr>
            <p14:xfrm>
              <a:off x="5345266" y="5714778"/>
              <a:ext cx="3183840" cy="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E1250D6-54D8-8AA4-C8CB-0207CF3A147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336266" y="5696778"/>
                <a:ext cx="3201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1B5ACBE-D654-BAE2-E6FC-63AB1CBAD055}"/>
                  </a:ext>
                </a:extLst>
              </p14:cNvPr>
              <p14:cNvContentPartPr/>
              <p14:nvPr/>
            </p14:nvContentPartPr>
            <p14:xfrm>
              <a:off x="1266106" y="6233538"/>
              <a:ext cx="3922560" cy="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1B5ACBE-D654-BAE2-E6FC-63AB1CBAD05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257106" y="6215538"/>
                <a:ext cx="39402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539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 Composition</a:t>
            </a:r>
          </a:p>
          <a:p>
            <a:pPr lvl="1"/>
            <a:r>
              <a:rPr lang="en-US" dirty="0"/>
              <a:t>Object composition is a way to combine simple objects to create complex one</a:t>
            </a:r>
          </a:p>
          <a:p>
            <a:pPr lvl="1"/>
            <a:r>
              <a:rPr lang="en-US" dirty="0"/>
              <a:t>Example: Coffee and </a:t>
            </a:r>
            <a:r>
              <a:rPr lang="en-US" dirty="0" err="1"/>
              <a:t>CoffeeCup</a:t>
            </a:r>
            <a:r>
              <a:rPr lang="en-US" dirty="0"/>
              <a:t> (Coffee can be referenced in </a:t>
            </a:r>
            <a:r>
              <a:rPr lang="en-US" dirty="0" err="1"/>
              <a:t>CoffeeCup</a:t>
            </a:r>
            <a:r>
              <a:rPr lang="en-US" dirty="0"/>
              <a:t>) 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+ Object composition defined dynamically at run-time</a:t>
            </a:r>
          </a:p>
          <a:p>
            <a:pPr lvl="2"/>
            <a:r>
              <a:rPr lang="en-US" dirty="0"/>
              <a:t>Through object referencing other objects 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+ Object composition are accessed through interfaces, thus don</a:t>
            </a:r>
            <a:r>
              <a:rPr lang="fr-FR" dirty="0"/>
              <a:t>’</a:t>
            </a:r>
            <a:r>
              <a:rPr lang="en-US" dirty="0"/>
              <a:t>t break encapsulation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+ Fewer implementation dependencies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5. Putting Reuse Mechanism to Work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416529F-14A1-5638-FEF4-8A0A08678197}"/>
                  </a:ext>
                </a:extLst>
              </p14:cNvPr>
              <p14:cNvContentPartPr/>
              <p14:nvPr/>
            </p14:nvContentPartPr>
            <p14:xfrm>
              <a:off x="834826" y="1775658"/>
              <a:ext cx="2707200" cy="115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416529F-14A1-5638-FEF4-8A0A086781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1186" y="1668018"/>
                <a:ext cx="28148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4ADCAF-AA46-CBFE-8DA2-96600A1B3273}"/>
                  </a:ext>
                </a:extLst>
              </p14:cNvPr>
              <p14:cNvContentPartPr/>
              <p14:nvPr/>
            </p14:nvContentPartPr>
            <p14:xfrm>
              <a:off x="3261946" y="2224218"/>
              <a:ext cx="4847040" cy="72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4ADCAF-AA46-CBFE-8DA2-96600A1B32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07946" y="2116578"/>
                <a:ext cx="495468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3B715B-9960-2CE0-C474-46AC1141D21C}"/>
                  </a:ext>
                </a:extLst>
              </p14:cNvPr>
              <p14:cNvContentPartPr/>
              <p14:nvPr/>
            </p14:nvContentPartPr>
            <p14:xfrm>
              <a:off x="1055146" y="2488098"/>
              <a:ext cx="1335600" cy="88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3B715B-9960-2CE0-C474-46AC1141D2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1146" y="2380098"/>
                <a:ext cx="14432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FE5AACA-ED54-6A17-413E-E2744B88F758}"/>
                  </a:ext>
                </a:extLst>
              </p14:cNvPr>
              <p14:cNvContentPartPr/>
              <p14:nvPr/>
            </p14:nvContentPartPr>
            <p14:xfrm>
              <a:off x="2127586" y="2825778"/>
              <a:ext cx="2306520" cy="68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FE5AACA-ED54-6A17-413E-E2744B88F75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73946" y="2717778"/>
                <a:ext cx="241416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A844F17-1618-1D28-4187-4C8EF5D20A39}"/>
                  </a:ext>
                </a:extLst>
              </p14:cNvPr>
              <p14:cNvContentPartPr/>
              <p14:nvPr/>
            </p14:nvContentPartPr>
            <p14:xfrm>
              <a:off x="5002906" y="2927658"/>
              <a:ext cx="278784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A844F17-1618-1D28-4187-4C8EF5D20A3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48906" y="2711658"/>
                <a:ext cx="28954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99A8BA1-4801-8A00-40A0-09570AAC8606}"/>
                  </a:ext>
                </a:extLst>
              </p14:cNvPr>
              <p14:cNvContentPartPr/>
              <p14:nvPr/>
            </p14:nvContentPartPr>
            <p14:xfrm>
              <a:off x="1213186" y="3173538"/>
              <a:ext cx="999720" cy="62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99A8BA1-4801-8A00-40A0-09570AAC860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59186" y="3065898"/>
                <a:ext cx="110736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0B1C212-271C-642D-F167-E9814BF2878E}"/>
                  </a:ext>
                </a:extLst>
              </p14:cNvPr>
              <p14:cNvContentPartPr/>
              <p14:nvPr/>
            </p14:nvContentPartPr>
            <p14:xfrm>
              <a:off x="1266106" y="3947538"/>
              <a:ext cx="568044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0B1C212-271C-642D-F167-E9814BF2878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12106" y="3731538"/>
                <a:ext cx="57880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40D328F-1172-8503-3551-C2929406C386}"/>
                  </a:ext>
                </a:extLst>
              </p14:cNvPr>
              <p14:cNvContentPartPr/>
              <p14:nvPr/>
            </p14:nvContentPartPr>
            <p14:xfrm>
              <a:off x="1459426" y="4341378"/>
              <a:ext cx="3841560" cy="56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40D328F-1172-8503-3551-C2929406C38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05426" y="4233378"/>
                <a:ext cx="394920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F5CDFDB-3673-D83D-6FA0-6E6ECD8A1354}"/>
                  </a:ext>
                </a:extLst>
              </p14:cNvPr>
              <p14:cNvContentPartPr/>
              <p14:nvPr/>
            </p14:nvContentPartPr>
            <p14:xfrm>
              <a:off x="1362586" y="4985058"/>
              <a:ext cx="5618880" cy="61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F5CDFDB-3673-D83D-6FA0-6E6ECD8A135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08586" y="4877058"/>
                <a:ext cx="572652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852FA94-E8F3-1210-0CEC-CF6786945923}"/>
                  </a:ext>
                </a:extLst>
              </p14:cNvPr>
              <p14:cNvContentPartPr/>
              <p14:nvPr/>
            </p14:nvContentPartPr>
            <p14:xfrm>
              <a:off x="1116346" y="5353338"/>
              <a:ext cx="2216880" cy="28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852FA94-E8F3-1210-0CEC-CF678694592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62706" y="5245698"/>
                <a:ext cx="232452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55AD6EC-4DDE-45FE-D49D-10BA87DFADC9}"/>
                  </a:ext>
                </a:extLst>
              </p14:cNvPr>
              <p14:cNvContentPartPr/>
              <p14:nvPr/>
            </p14:nvContentPartPr>
            <p14:xfrm>
              <a:off x="7824226" y="5028258"/>
              <a:ext cx="415080" cy="27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55AD6EC-4DDE-45FE-D49D-10BA87DFADC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770586" y="4920258"/>
                <a:ext cx="52272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A5B6ECB-96B0-F1D6-9199-EA73BD409E28}"/>
                  </a:ext>
                </a:extLst>
              </p14:cNvPr>
              <p14:cNvContentPartPr/>
              <p14:nvPr/>
            </p14:nvContentPartPr>
            <p14:xfrm>
              <a:off x="1204546" y="5950218"/>
              <a:ext cx="4060800" cy="81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A5B6ECB-96B0-F1D6-9199-EA73BD409E2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50546" y="5842578"/>
                <a:ext cx="41684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DF10DEB-7A85-52DD-E3F6-04D4ECAE591A}"/>
                  </a:ext>
                </a:extLst>
              </p14:cNvPr>
              <p14:cNvContentPartPr/>
              <p14:nvPr/>
            </p14:nvContentPartPr>
            <p14:xfrm>
              <a:off x="4597906" y="2373978"/>
              <a:ext cx="243612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DF10DEB-7A85-52DD-E3F6-04D4ECAE591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588906" y="2355978"/>
                <a:ext cx="2453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9780488-E4CB-CC6C-8CC8-526E168536D8}"/>
                  </a:ext>
                </a:extLst>
              </p14:cNvPr>
              <p14:cNvContentPartPr/>
              <p14:nvPr/>
            </p14:nvContentPartPr>
            <p14:xfrm>
              <a:off x="1142626" y="2558298"/>
              <a:ext cx="1002240" cy="62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9780488-E4CB-CC6C-8CC8-526E168536D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33986" y="2549658"/>
                <a:ext cx="1019880" cy="7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41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Favor object composition over class inheritance </a:t>
            </a:r>
          </a:p>
          <a:p>
            <a:pPr lvl="1"/>
            <a:endParaRPr lang="en-US" dirty="0"/>
          </a:p>
          <a:p>
            <a:r>
              <a:rPr lang="en-US" dirty="0"/>
              <a:t>Design with object composition will have more objects and fewer classes</a:t>
            </a:r>
          </a:p>
          <a:p>
            <a:pPr lvl="1"/>
            <a:r>
              <a:rPr lang="en-US" dirty="0"/>
              <a:t>The system behavior depends on more interrelationships instead of being defined in one class 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Putting Reuse Mechanism to Work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8C7C05-DB77-1F71-E2FA-6FC446DF9A53}"/>
                  </a:ext>
                </a:extLst>
              </p14:cNvPr>
              <p14:cNvContentPartPr/>
              <p14:nvPr/>
            </p14:nvContentPartPr>
            <p14:xfrm>
              <a:off x="782626" y="1846218"/>
              <a:ext cx="631332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8C7C05-DB77-1F71-E2FA-6FC446DF9A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8626" y="1630218"/>
                <a:ext cx="64209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C2F4213-872E-E29C-B126-C50E90A89D45}"/>
                  </a:ext>
                </a:extLst>
              </p14:cNvPr>
              <p14:cNvContentPartPr/>
              <p14:nvPr/>
            </p14:nvContentPartPr>
            <p14:xfrm>
              <a:off x="826186" y="2646498"/>
              <a:ext cx="706104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C2F4213-872E-E29C-B126-C50E90A89D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2186" y="2430498"/>
                <a:ext cx="71686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FA3EAD6-4E7D-B262-87B8-068CDB72318F}"/>
                  </a:ext>
                </a:extLst>
              </p14:cNvPr>
              <p14:cNvContentPartPr/>
              <p14:nvPr/>
            </p14:nvContentPartPr>
            <p14:xfrm>
              <a:off x="773626" y="3050778"/>
              <a:ext cx="244440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FA3EAD6-4E7D-B262-87B8-068CDB7231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9626" y="2834778"/>
                <a:ext cx="25520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B98757C-6F1C-6C98-0215-D77B4F15F2F0}"/>
                  </a:ext>
                </a:extLst>
              </p14:cNvPr>
              <p14:cNvContentPartPr/>
              <p14:nvPr/>
            </p14:nvContentPartPr>
            <p14:xfrm>
              <a:off x="1090066" y="3429138"/>
              <a:ext cx="732456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B98757C-6F1C-6C98-0215-D77B4F15F2F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36066" y="3213138"/>
                <a:ext cx="7432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2ECC0CC-0A1D-9D8A-9C56-68E9AED085C5}"/>
                  </a:ext>
                </a:extLst>
              </p14:cNvPr>
              <p14:cNvContentPartPr/>
              <p14:nvPr/>
            </p14:nvContentPartPr>
            <p14:xfrm>
              <a:off x="1213186" y="3665298"/>
              <a:ext cx="3474360" cy="45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2ECC0CC-0A1D-9D8A-9C56-68E9AED085C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59186" y="3557658"/>
                <a:ext cx="35820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8576A8C-06C8-DB76-94B8-572AE6099560}"/>
                  </a:ext>
                </a:extLst>
              </p14:cNvPr>
              <p14:cNvContentPartPr/>
              <p14:nvPr/>
            </p14:nvContentPartPr>
            <p14:xfrm>
              <a:off x="5451106" y="3551898"/>
              <a:ext cx="277092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8576A8C-06C8-DB76-94B8-572AE609956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42106" y="3533898"/>
                <a:ext cx="2788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785C856-E6AF-2A29-C8E1-C7AC26356F38}"/>
                  </a:ext>
                </a:extLst>
              </p14:cNvPr>
              <p14:cNvContentPartPr/>
              <p14:nvPr/>
            </p14:nvContentPartPr>
            <p14:xfrm>
              <a:off x="1037506" y="3833418"/>
              <a:ext cx="284904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785C856-E6AF-2A29-C8E1-C7AC26356F3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28506" y="3815418"/>
                <a:ext cx="2866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9817CC0-5D0A-ECE0-BBEF-A90AFB0CE825}"/>
                  </a:ext>
                </a:extLst>
              </p14:cNvPr>
              <p14:cNvContentPartPr/>
              <p14:nvPr/>
            </p14:nvContentPartPr>
            <p14:xfrm>
              <a:off x="1301386" y="6033018"/>
              <a:ext cx="62280" cy="25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9817CC0-5D0A-ECE0-BBEF-A90AFB0CE82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92386" y="6024378"/>
                <a:ext cx="79920" cy="4284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5784136-2D59-C2C9-1B53-9691652A92F7}"/>
              </a:ext>
            </a:extLst>
          </p:cNvPr>
          <p:cNvSpPr txBox="1"/>
          <p:nvPr/>
        </p:nvSpPr>
        <p:spPr>
          <a:xfrm>
            <a:off x="914400" y="4114800"/>
            <a:ext cx="746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 object comes from a class</a:t>
            </a:r>
            <a:br>
              <a:rPr lang="en-US" dirty="0"/>
            </a:br>
            <a:r>
              <a:rPr lang="en-US" dirty="0"/>
              <a:t>✔️ No object without a class</a:t>
            </a:r>
          </a:p>
          <a:p>
            <a:r>
              <a:rPr lang="en-US" dirty="0"/>
              <a:t>👉 But you can have:</a:t>
            </a:r>
          </a:p>
          <a:p>
            <a:r>
              <a:rPr lang="en-US" dirty="0"/>
              <a:t>Few classes </a:t>
            </a:r>
          </a:p>
          <a:p>
            <a:r>
              <a:rPr lang="en-US" dirty="0"/>
              <a:t>Many objects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7281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Delegation</a:t>
            </a:r>
          </a:p>
          <a:p>
            <a:pPr lvl="1"/>
            <a:r>
              <a:rPr lang="en-US" dirty="0"/>
              <a:t>Two objects involved to handle a request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5. Putting Reuse Mechanism to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2743200"/>
            <a:ext cx="1599179" cy="302648"/>
          </a:xfrm>
          <a:prstGeom prst="rect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Rectangle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3047999"/>
            <a:ext cx="1599179" cy="533401"/>
          </a:xfrm>
          <a:prstGeom prst="rect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Height</a:t>
            </a:r>
          </a:p>
          <a:p>
            <a:r>
              <a:rPr lang="en-US" sz="1400" dirty="0"/>
              <a:t>width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3581400"/>
            <a:ext cx="1599179" cy="380999"/>
          </a:xfrm>
          <a:prstGeom prst="rect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Area()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5400" y="2743200"/>
            <a:ext cx="1599179" cy="302648"/>
          </a:xfrm>
          <a:prstGeom prst="rect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Window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5400" y="3047999"/>
            <a:ext cx="1599179" cy="381001"/>
          </a:xfrm>
          <a:prstGeom prst="rect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1295400" y="3429001"/>
            <a:ext cx="1599179" cy="381000"/>
          </a:xfrm>
          <a:prstGeom prst="rect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Area()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895600" y="3429000"/>
            <a:ext cx="1905000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95600" y="3124200"/>
            <a:ext cx="817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rectangle</a:t>
            </a:r>
          </a:p>
        </p:txBody>
      </p:sp>
      <p:sp>
        <p:nvSpPr>
          <p:cNvPr id="13" name="Folded Corner 12"/>
          <p:cNvSpPr/>
          <p:nvPr/>
        </p:nvSpPr>
        <p:spPr>
          <a:xfrm>
            <a:off x="1066800" y="4267200"/>
            <a:ext cx="1981200" cy="457200"/>
          </a:xfrm>
          <a:prstGeom prst="foldedCorner">
            <a:avLst/>
          </a:prstGeom>
          <a:noFill/>
          <a:ln>
            <a:solidFill>
              <a:srgbClr val="2929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Return rectangle -&gt; Area()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209800" y="3581400"/>
            <a:ext cx="0" cy="685800"/>
          </a:xfrm>
          <a:prstGeom prst="line">
            <a:avLst/>
          </a:prstGeom>
          <a:ln>
            <a:solidFill>
              <a:srgbClr val="292934"/>
            </a:solidFill>
            <a:prstDash val="sysDash"/>
            <a:headEnd type="oval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olded Corner 16"/>
          <p:cNvSpPr/>
          <p:nvPr/>
        </p:nvSpPr>
        <p:spPr>
          <a:xfrm>
            <a:off x="4572000" y="4419600"/>
            <a:ext cx="1981200" cy="457200"/>
          </a:xfrm>
          <a:prstGeom prst="foldedCorner">
            <a:avLst/>
          </a:prstGeom>
          <a:noFill/>
          <a:ln>
            <a:solidFill>
              <a:srgbClr val="2929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Return height*width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5715000" y="3733800"/>
            <a:ext cx="0" cy="685800"/>
          </a:xfrm>
          <a:prstGeom prst="line">
            <a:avLst/>
          </a:prstGeom>
          <a:ln>
            <a:solidFill>
              <a:srgbClr val="292934"/>
            </a:solidFill>
            <a:prstDash val="sysDash"/>
            <a:headEnd type="oval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78005FD-95E5-7BEB-2105-679DA1998F62}"/>
                  </a:ext>
                </a:extLst>
              </p14:cNvPr>
              <p14:cNvContentPartPr/>
              <p14:nvPr/>
            </p14:nvContentPartPr>
            <p14:xfrm>
              <a:off x="1046146" y="2197938"/>
              <a:ext cx="451116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78005FD-95E5-7BEB-2105-679DA1998F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2146" y="1981938"/>
                <a:ext cx="46188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40D6CC7-F4AA-9F9F-EAA4-D72E03252DDE}"/>
                  </a:ext>
                </a:extLst>
              </p14:cNvPr>
              <p14:cNvContentPartPr/>
              <p14:nvPr/>
            </p14:nvContentPartPr>
            <p14:xfrm>
              <a:off x="390946" y="1679178"/>
              <a:ext cx="1790640" cy="141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40D6CC7-F4AA-9F9F-EAA4-D72E03252D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7306" y="1571178"/>
                <a:ext cx="1898280" cy="35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3911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/>
              <a:t>Delegation: is a way to make composition powerful</a:t>
            </a:r>
          </a:p>
          <a:p>
            <a:pPr lvl="1"/>
            <a:r>
              <a:rPr lang="en-US" dirty="0"/>
              <a:t>+ Delegation makes it easy to compose behaviors at run-time</a:t>
            </a:r>
          </a:p>
          <a:p>
            <a:pPr lvl="1"/>
            <a:r>
              <a:rPr lang="en-US" dirty="0"/>
              <a:t>- Makes software flexible through objects composition</a:t>
            </a:r>
          </a:p>
          <a:p>
            <a:pPr lvl="1"/>
            <a:r>
              <a:rPr lang="en-US" dirty="0"/>
              <a:t>- Dynamic software is harder to understand than static software</a:t>
            </a:r>
          </a:p>
          <a:p>
            <a:pPr lvl="1"/>
            <a:r>
              <a:rPr lang="en-US" dirty="0"/>
              <a:t> - Run-time inefficiencies</a:t>
            </a:r>
          </a:p>
          <a:p>
            <a:pPr lvl="1"/>
            <a:endParaRPr lang="en-US" dirty="0"/>
          </a:p>
          <a:p>
            <a:r>
              <a:rPr lang="en-US" dirty="0"/>
              <a:t>Many design patterns used delegation</a:t>
            </a:r>
          </a:p>
          <a:p>
            <a:pPr lvl="1"/>
            <a:r>
              <a:rPr lang="en-US" dirty="0"/>
              <a:t>State, strategy, visitor, mediator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5. Putting Reuse Mechanism to Work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840FCC9-0A2B-2BE3-7464-0790FB21EE39}"/>
                  </a:ext>
                </a:extLst>
              </p14:cNvPr>
              <p14:cNvContentPartPr/>
              <p14:nvPr/>
            </p14:nvContentPartPr>
            <p14:xfrm>
              <a:off x="874426" y="1765218"/>
              <a:ext cx="992160" cy="55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840FCC9-0A2B-2BE3-7464-0790FB21EE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0426" y="1657218"/>
                <a:ext cx="109980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5F74E0-1C8C-D94D-7064-EF1F54FAF542}"/>
                  </a:ext>
                </a:extLst>
              </p14:cNvPr>
              <p14:cNvContentPartPr/>
              <p14:nvPr/>
            </p14:nvContentPartPr>
            <p14:xfrm>
              <a:off x="2408746" y="1784658"/>
              <a:ext cx="5117760" cy="9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5F74E0-1C8C-D94D-7064-EF1F54FAF54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54746" y="1676658"/>
                <a:ext cx="52254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F32C27-78FE-8FDC-B527-38AFEBE5C165}"/>
                  </a:ext>
                </a:extLst>
              </p14:cNvPr>
              <p14:cNvContentPartPr/>
              <p14:nvPr/>
            </p14:nvContentPartPr>
            <p14:xfrm>
              <a:off x="1485706" y="2206578"/>
              <a:ext cx="634932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F32C27-78FE-8FDC-B527-38AFEBE5C1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31706" y="1990578"/>
                <a:ext cx="64569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4AE2CD-F8EF-7738-77BF-14A3B1C876B6}"/>
                  </a:ext>
                </a:extLst>
              </p14:cNvPr>
              <p14:cNvContentPartPr/>
              <p14:nvPr/>
            </p14:nvContentPartPr>
            <p14:xfrm>
              <a:off x="1257106" y="2637498"/>
              <a:ext cx="574236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4AE2CD-F8EF-7738-77BF-14A3B1C876B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03106" y="2421498"/>
                <a:ext cx="5850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A0E30D3-3F0E-7AB1-E0B5-BCC04ED52B69}"/>
                  </a:ext>
                </a:extLst>
              </p14:cNvPr>
              <p14:cNvContentPartPr/>
              <p14:nvPr/>
            </p14:nvContentPartPr>
            <p14:xfrm>
              <a:off x="1204546" y="2980218"/>
              <a:ext cx="691128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A0E30D3-3F0E-7AB1-E0B5-BCC04ED52B6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50546" y="2764218"/>
                <a:ext cx="70189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24825EE-3A69-E4C0-6DB5-C592A56CDD22}"/>
                  </a:ext>
                </a:extLst>
              </p14:cNvPr>
              <p14:cNvContentPartPr/>
              <p14:nvPr/>
            </p14:nvContentPartPr>
            <p14:xfrm>
              <a:off x="1266106" y="3402498"/>
              <a:ext cx="227052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24825EE-3A69-E4C0-6DB5-C592A56CDD2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12106" y="3186498"/>
                <a:ext cx="23781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2999C0E-F798-D4B7-E3D1-9EAB482C42EA}"/>
                  </a:ext>
                </a:extLst>
              </p14:cNvPr>
              <p14:cNvContentPartPr/>
              <p14:nvPr/>
            </p14:nvContentPartPr>
            <p14:xfrm>
              <a:off x="1081066" y="4466298"/>
              <a:ext cx="87012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2999C0E-F798-D4B7-E3D1-9EAB482C42E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27426" y="4358658"/>
                <a:ext cx="977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F8676A3-D133-2F69-A8CD-DC1A200D2C61}"/>
                  </a:ext>
                </a:extLst>
              </p14:cNvPr>
              <p14:cNvContentPartPr/>
              <p14:nvPr/>
            </p14:nvContentPartPr>
            <p14:xfrm>
              <a:off x="1216426" y="4422018"/>
              <a:ext cx="3153960" cy="151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F8676A3-D133-2F69-A8CD-DC1A200D2C6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62786" y="4314378"/>
                <a:ext cx="3261600" cy="36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291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858000"/>
          </a:xfrm>
        </p:spPr>
        <p:txBody>
          <a:bodyPr>
            <a:normAutofit/>
          </a:bodyPr>
          <a:lstStyle/>
          <a:p>
            <a:r>
              <a:rPr lang="en-US" dirty="0"/>
              <a:t>Inheritance vs. parameterized types</a:t>
            </a:r>
          </a:p>
          <a:p>
            <a:pPr lvl="1"/>
            <a:endParaRPr lang="en-US" dirty="0"/>
          </a:p>
          <a:p>
            <a:r>
              <a:rPr lang="en-US" dirty="0"/>
              <a:t>Parameterized types, also called genetics or templates</a:t>
            </a:r>
          </a:p>
          <a:p>
            <a:pPr lvl="1"/>
            <a:r>
              <a:rPr lang="en-US" dirty="0"/>
              <a:t>It lets you define a type without specifying all the other types. The unspecified types are supplied as parameters</a:t>
            </a:r>
          </a:p>
          <a:p>
            <a:pPr lvl="1"/>
            <a:r>
              <a:rPr lang="en-US" dirty="0"/>
              <a:t>E.g., List&lt;Integers&gt; = new </a:t>
            </a:r>
            <a:r>
              <a:rPr lang="en-US" dirty="0" err="1"/>
              <a:t>ArrayList</a:t>
            </a:r>
            <a:r>
              <a:rPr lang="en-US" dirty="0"/>
              <a:t>&lt;Integer&gt;();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+ A way to compose behavior in OO system</a:t>
            </a:r>
          </a:p>
          <a:p>
            <a:pPr lvl="1"/>
            <a:r>
              <a:rPr lang="en-US" dirty="0"/>
              <a:t>+ It lets you change the type the class can uses</a:t>
            </a:r>
          </a:p>
          <a:p>
            <a:pPr lvl="1"/>
            <a:r>
              <a:rPr lang="en-US" dirty="0"/>
              <a:t>- Cannot be changed at run-time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5. Putting Reuse Mechanism to Work</a:t>
            </a:r>
          </a:p>
        </p:txBody>
      </p:sp>
    </p:spTree>
    <p:extLst>
      <p:ext uri="{BB962C8B-B14F-4D97-AF65-F5344CB8AC3E}">
        <p14:creationId xmlns:p14="http://schemas.microsoft.com/office/powerpoint/2010/main" val="364437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structure can be forced by the designer</a:t>
            </a:r>
          </a:p>
          <a:p>
            <a:endParaRPr lang="en-US" dirty="0"/>
          </a:p>
          <a:p>
            <a:r>
              <a:rPr lang="en-US" dirty="0"/>
              <a:t>The relationship between objects and their types must be design with great care </a:t>
            </a:r>
          </a:p>
          <a:p>
            <a:pPr lvl="1"/>
            <a:r>
              <a:rPr lang="en-US" dirty="0"/>
              <a:t>They determine how good or bad is the run-time structure </a:t>
            </a:r>
          </a:p>
          <a:p>
            <a:pPr lvl="1"/>
            <a:endParaRPr lang="en-US" dirty="0"/>
          </a:p>
          <a:p>
            <a:r>
              <a:rPr lang="en-US" dirty="0"/>
              <a:t> Some design patterns are useful for building complex run-time structures </a:t>
            </a:r>
          </a:p>
          <a:p>
            <a:pPr lvl="1"/>
            <a:r>
              <a:rPr lang="en-US" dirty="0"/>
              <a:t>Composite, decorator, observer  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5. Relating Run-time and Compile-time Structures</a:t>
            </a:r>
          </a:p>
        </p:txBody>
      </p:sp>
    </p:spTree>
    <p:extLst>
      <p:ext uri="{BB962C8B-B14F-4D97-AF65-F5344CB8AC3E}">
        <p14:creationId xmlns:p14="http://schemas.microsoft.com/office/powerpoint/2010/main" val="1375401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Consider how the system might need to change over lifetime</a:t>
            </a:r>
          </a:p>
          <a:p>
            <a:pPr lvl="1"/>
            <a:r>
              <a:rPr lang="en-US" dirty="0"/>
              <a:t>Might need to redesign the whole system in the future</a:t>
            </a:r>
          </a:p>
          <a:p>
            <a:endParaRPr lang="en-US" dirty="0"/>
          </a:p>
          <a:p>
            <a:r>
              <a:rPr lang="en-US" dirty="0"/>
              <a:t>Design patterns help to ensure system can change over time by making the system robust of particular type of change</a:t>
            </a:r>
          </a:p>
          <a:p>
            <a:pPr lvl="1"/>
            <a:r>
              <a:rPr lang="en-US" dirty="0"/>
              <a:t>Tight coupling between classes: change in one class required changes to other classes (Abstract Factory, Bridge, Command)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Extending functionality by </a:t>
            </a:r>
            <a:r>
              <a:rPr lang="en-US" dirty="0" err="1"/>
              <a:t>subclassing</a:t>
            </a:r>
            <a:r>
              <a:rPr lang="en-US" dirty="0"/>
              <a:t>: define subclass requires understanding to the parent class. Use object composition is another way for combing behaviors but will make software hard to understand (Bridge, Chain of Responsibility, Composite)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5. Designing for Change</a:t>
            </a:r>
          </a:p>
        </p:txBody>
      </p:sp>
    </p:spTree>
    <p:extLst>
      <p:ext uri="{BB962C8B-B14F-4D97-AF65-F5344CB8AC3E}">
        <p14:creationId xmlns:p14="http://schemas.microsoft.com/office/powerpoint/2010/main" val="96025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9725"/>
            <a:ext cx="8229600" cy="48466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Not enough time has been spent to understand the underlying problem and its context, and as a consequence, </a:t>
            </a:r>
            <a:r>
              <a:rPr lang="en-US" dirty="0">
                <a:solidFill>
                  <a:srgbClr val="292934"/>
                </a:solidFill>
              </a:rPr>
              <a:t>you select a pattern that looks right, but is inappropriate</a:t>
            </a:r>
            <a:r>
              <a:rPr lang="en-US" dirty="0"/>
              <a:t> for the solution required.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Once the </a:t>
            </a:r>
            <a:r>
              <a:rPr lang="en-US" dirty="0">
                <a:solidFill>
                  <a:srgbClr val="292934"/>
                </a:solidFill>
              </a:rPr>
              <a:t>wrong pattern is selected, you refuse to see your error and force fit the pattern</a:t>
            </a:r>
          </a:p>
          <a:p>
            <a:pPr lvl="1">
              <a:defRPr/>
            </a:pPr>
            <a:r>
              <a:rPr lang="en-US" dirty="0">
                <a:solidFill>
                  <a:srgbClr val="292934"/>
                </a:solidFill>
              </a:rPr>
              <a:t>It will result a poor or wrong fit. </a:t>
            </a:r>
          </a:p>
          <a:p>
            <a:pPr>
              <a:defRPr/>
            </a:pPr>
            <a:endParaRPr lang="en-US" dirty="0">
              <a:solidFill>
                <a:srgbClr val="292934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292934"/>
                </a:solidFill>
              </a:rPr>
              <a:t>Sometimes a pattern is applied too exactly and the required adaptations for your problem space are not implemented. </a:t>
            </a:r>
          </a:p>
          <a:p>
            <a:pPr marL="274320" indent="-274320" fontAlgn="auto">
              <a:spcAft>
                <a:spcPts val="0"/>
              </a:spcAft>
              <a:buFont typeface="Wingdings 2"/>
              <a:buChar char=""/>
              <a:defRPr/>
            </a:pPr>
            <a:endParaRPr lang="en-US" dirty="0">
              <a:solidFill>
                <a:srgbClr val="292934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320675"/>
            <a:ext cx="7696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/>
              <a:t>Common Design Mistakes</a:t>
            </a:r>
          </a:p>
        </p:txBody>
      </p:sp>
    </p:spTree>
    <p:extLst>
      <p:ext uri="{BB962C8B-B14F-4D97-AF65-F5344CB8AC3E}">
        <p14:creationId xmlns:p14="http://schemas.microsoft.com/office/powerpoint/2010/main" val="3252471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E5342AD51261459D4DC1AD56670B80" ma:contentTypeVersion="0" ma:contentTypeDescription="Create a new document." ma:contentTypeScope="" ma:versionID="3f085fb6abd91e5f510da4f4e3a207a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C9A0A9-F22E-40DB-941F-6295A39859E0}">
  <ds:schemaRefs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C5F5EE4-7DFB-4341-8FB6-ED63DCF8EF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B22ADA-2193-44E2-AFFC-0611BA2A8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5926</TotalTime>
  <Words>2520</Words>
  <Application>Microsoft Office PowerPoint</Application>
  <PresentationFormat>On-screen Show (4:3)</PresentationFormat>
  <Paragraphs>369</Paragraphs>
  <Slides>39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Times New Roman</vt:lpstr>
      <vt:lpstr>Wingdings</vt:lpstr>
      <vt:lpstr>Wingdings 2</vt:lpstr>
      <vt:lpstr>Clarity</vt:lpstr>
      <vt:lpstr>Chapter 1 Introduction to Design Patterns</vt:lpstr>
      <vt:lpstr>What is a Design? </vt:lpstr>
      <vt:lpstr>Why We Need A Design?</vt:lpstr>
      <vt:lpstr>Design and Quality</vt:lpstr>
      <vt:lpstr>PowerPoint Presentation</vt:lpstr>
      <vt:lpstr>Object Oriented Design Techniques </vt:lpstr>
      <vt:lpstr>Object Oriented Design Techniques </vt:lpstr>
      <vt:lpstr>Definitions</vt:lpstr>
      <vt:lpstr>Main Types of Patterns</vt:lpstr>
      <vt:lpstr>Design Pattern</vt:lpstr>
      <vt:lpstr>Benefits of Design Patterns</vt:lpstr>
      <vt:lpstr>Design Pattern Elements</vt:lpstr>
      <vt:lpstr>Model View Controller (MVC)</vt:lpstr>
      <vt:lpstr>MVC</vt:lpstr>
      <vt:lpstr>How MVC Works?</vt:lpstr>
      <vt:lpstr>How MVC Works?</vt:lpstr>
      <vt:lpstr>MVC with Controller</vt:lpstr>
      <vt:lpstr>Describing Design Patterns</vt:lpstr>
      <vt:lpstr>Describing Design Patterns</vt:lpstr>
      <vt:lpstr>Describing Design Patterns</vt:lpstr>
      <vt:lpstr>Design Patterns Classifications</vt:lpstr>
      <vt:lpstr>Design Patterns Classifications</vt:lpstr>
      <vt:lpstr>How Design Pattern Solve Design Problems </vt:lpstr>
      <vt:lpstr>1. Finding Appropriate Objects </vt:lpstr>
      <vt:lpstr>1. Finding Appropriate Objects </vt:lpstr>
      <vt:lpstr>2. Determining Object Granularity</vt:lpstr>
      <vt:lpstr>3. Specifying Object Interfaces</vt:lpstr>
      <vt:lpstr>4. Specifying Objects Implementations</vt:lpstr>
      <vt:lpstr>4. Specifying Objects Implementations</vt:lpstr>
      <vt:lpstr>4. Specifying Objects Implementations</vt:lpstr>
      <vt:lpstr>5. Putting Reuse Mechanism to Work</vt:lpstr>
      <vt:lpstr>5. Putting Reuse Mechanism to Work</vt:lpstr>
      <vt:lpstr>5. Putting Reuse Mechanism to Work</vt:lpstr>
      <vt:lpstr>5. Putting Reuse Mechanism to Work</vt:lpstr>
      <vt:lpstr>5. Putting Reuse Mechanism to Work</vt:lpstr>
      <vt:lpstr>5. Putting Reuse Mechanism to Work</vt:lpstr>
      <vt:lpstr>5. Relating Run-time and Compile-time Structures</vt:lpstr>
      <vt:lpstr>5. Designing for Change</vt:lpstr>
      <vt:lpstr>PowerPoint Presentation</vt:lpstr>
    </vt:vector>
  </TitlesOfParts>
  <Company>Lehigh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</dc:title>
  <dc:creator>M ghazi</dc:creator>
  <cp:lastModifiedBy>hossam alzahrani</cp:lastModifiedBy>
  <cp:revision>436</cp:revision>
  <dcterms:created xsi:type="dcterms:W3CDTF">2004-04-23T02:44:33Z</dcterms:created>
  <dcterms:modified xsi:type="dcterms:W3CDTF">2026-04-01T04:19:09Z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0x010100CFE5342AD51261459D4DC1AD56670B80</vt:lpwstr>
  </property>
</Properties>
</file>